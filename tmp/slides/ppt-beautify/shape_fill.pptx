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3d509f5dbf4b37" /><Relationship Type="http://schemas.openxmlformats.org/officeDocument/2006/relationships/extended-properties" Target="/docProps/app.xml" Id="Rb4678b1837c3485d" /><Relationship Type="http://schemas.openxmlformats.org/officeDocument/2006/relationships/officeDocument" Target="/ppt/presentation.xml" Id="Rf009c14819f94c04" /></Relationships>
</file>

<file path=ppt/presentation.xml><?xml version="1.0" encoding="utf-8"?>
<p:presentation xmlns:p="http://schemas.openxmlformats.org/presentationml/2006/main">
  <p:sldMasterIdLst>
    <p:sldMasterId xmlns:r="http://schemas.openxmlformats.org/officeDocument/2006/relationships" id="2147483648" r:id="R06246cd42a994b35"/>
  </p:sldMasterIdLst>
  <p:notesMasterIdLst>
    <p:notesMasterId xmlns:r="http://schemas.openxmlformats.org/officeDocument/2006/relationships" r:id="R5f4e80605efc4a44"/>
  </p:notesMasterIdLst>
  <p:sldIdLst>
    <p:sldId xmlns:r="http://schemas.openxmlformats.org/officeDocument/2006/relationships" id="256" r:id="R1bb39679e0cd4556"/>
    <p:sldId xmlns:r="http://schemas.openxmlformats.org/officeDocument/2006/relationships" id="257" r:id="R4622296154ea490b"/>
    <p:sldId xmlns:r="http://schemas.openxmlformats.org/officeDocument/2006/relationships" id="258" r:id="R191ee63068bc4e0e"/>
    <p:sldId xmlns:r="http://schemas.openxmlformats.org/officeDocument/2006/relationships" id="259" r:id="Rd42e0865413e4478"/>
    <p:sldId xmlns:r="http://schemas.openxmlformats.org/officeDocument/2006/relationships" id="260" r:id="R83fcdf08412d4e32"/>
    <p:sldId xmlns:r="http://schemas.openxmlformats.org/officeDocument/2006/relationships" id="261" r:id="Rdf94a27550cd4ae4"/>
    <p:sldId xmlns:r="http://schemas.openxmlformats.org/officeDocument/2006/relationships" id="262" r:id="R8734778c924c4f75"/>
    <p:sldId xmlns:r="http://schemas.openxmlformats.org/officeDocument/2006/relationships" id="263" r:id="R8cb05572379b46c5"/>
    <p:sldId xmlns:r="http://schemas.openxmlformats.org/officeDocument/2006/relationships" id="264" r:id="R50cad33864a6484f"/>
    <p:sldId xmlns:r="http://schemas.openxmlformats.org/officeDocument/2006/relationships" id="265" r:id="R13d3043351b54623"/>
    <p:sldId xmlns:r="http://schemas.openxmlformats.org/officeDocument/2006/relationships" id="266" r:id="R7ae4b969f3b34478"/>
    <p:sldId xmlns:r="http://schemas.openxmlformats.org/officeDocument/2006/relationships" id="267" r:id="Rb05f4352bc4643e4"/>
    <p:sldId xmlns:r="http://schemas.openxmlformats.org/officeDocument/2006/relationships" id="268" r:id="Raf2831a48b4b4095"/>
    <p:sldId xmlns:r="http://schemas.openxmlformats.org/officeDocument/2006/relationships" id="269" r:id="R13db09e99bab41e0"/>
    <p:sldId xmlns:r="http://schemas.openxmlformats.org/officeDocument/2006/relationships" id="270" r:id="Rc5883f96c4bc4638"/>
    <p:sldId xmlns:r="http://schemas.openxmlformats.org/officeDocument/2006/relationships" id="271" r:id="R6c7e6dfe5a3f4059"/>
    <p:sldId xmlns:r="http://schemas.openxmlformats.org/officeDocument/2006/relationships" id="272" r:id="R216eb13fd4ac4ed6"/>
    <p:sldId xmlns:r="http://schemas.openxmlformats.org/officeDocument/2006/relationships" id="273" r:id="R37f773151608427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6246cd42a994b35" /><Relationship Type="http://schemas.openxmlformats.org/officeDocument/2006/relationships/theme" Target="/ppt/theme/theme1.xml" Id="Re9f2468d0504479a" /><Relationship Type="http://schemas.openxmlformats.org/officeDocument/2006/relationships/notesMaster" Target="/ppt/notesMasters/notesMaster1.xml" Id="R5f4e80605efc4a44" /><Relationship Type="http://schemas.openxmlformats.org/officeDocument/2006/relationships/presProps" Target="/ppt/presProps.xml" Id="Rf88404075a5049b7" /><Relationship Type="http://schemas.openxmlformats.org/officeDocument/2006/relationships/viewProps" Target="/ppt/viewProps.xml" Id="Rb1ae513847654291" /><Relationship Type="http://schemas.openxmlformats.org/officeDocument/2006/relationships/tableStyles" Target="/ppt/tableStyles.xml" Id="R9e40600e5424490e" /><Relationship Type="http://schemas.openxmlformats.org/officeDocument/2006/relationships/slide" Target="/ppt/slides/slide1.xml" Id="R1bb39679e0cd4556" /><Relationship Type="http://schemas.openxmlformats.org/officeDocument/2006/relationships/slide" Target="/ppt/slides/slide2.xml" Id="R4622296154ea490b" /><Relationship Type="http://schemas.openxmlformats.org/officeDocument/2006/relationships/slide" Target="/ppt/slides/slide3.xml" Id="R191ee63068bc4e0e" /><Relationship Type="http://schemas.openxmlformats.org/officeDocument/2006/relationships/slide" Target="/ppt/slides/slide4.xml" Id="Rd42e0865413e4478" /><Relationship Type="http://schemas.openxmlformats.org/officeDocument/2006/relationships/slide" Target="/ppt/slides/slide5.xml" Id="R83fcdf08412d4e32" /><Relationship Type="http://schemas.openxmlformats.org/officeDocument/2006/relationships/slide" Target="/ppt/slides/slide6.xml" Id="Rdf94a27550cd4ae4" /><Relationship Type="http://schemas.openxmlformats.org/officeDocument/2006/relationships/slide" Target="/ppt/slides/slide7.xml" Id="R8734778c924c4f75" /><Relationship Type="http://schemas.openxmlformats.org/officeDocument/2006/relationships/slide" Target="/ppt/slides/slide8.xml" Id="R8cb05572379b46c5" /><Relationship Type="http://schemas.openxmlformats.org/officeDocument/2006/relationships/slide" Target="/ppt/slides/slide9.xml" Id="R50cad33864a6484f" /><Relationship Type="http://schemas.openxmlformats.org/officeDocument/2006/relationships/slide" Target="/ppt/slides/slide10.xml" Id="R13d3043351b54623" /><Relationship Type="http://schemas.openxmlformats.org/officeDocument/2006/relationships/slide" Target="/ppt/slides/slide11.xml" Id="R7ae4b969f3b34478" /><Relationship Type="http://schemas.openxmlformats.org/officeDocument/2006/relationships/slide" Target="/ppt/slides/slide12.xml" Id="Rb05f4352bc4643e4" /><Relationship Type="http://schemas.openxmlformats.org/officeDocument/2006/relationships/slide" Target="/ppt/slides/slide13.xml" Id="Raf2831a48b4b4095" /><Relationship Type="http://schemas.openxmlformats.org/officeDocument/2006/relationships/slide" Target="/ppt/slides/slide14.xml" Id="R13db09e99bab41e0" /><Relationship Type="http://schemas.openxmlformats.org/officeDocument/2006/relationships/slide" Target="/ppt/slides/slide15.xml" Id="Rc5883f96c4bc4638" /><Relationship Type="http://schemas.openxmlformats.org/officeDocument/2006/relationships/slide" Target="/ppt/slides/slide16.xml" Id="R6c7e6dfe5a3f4059" /><Relationship Type="http://schemas.openxmlformats.org/officeDocument/2006/relationships/slide" Target="/ppt/slides/slide17.xml" Id="R216eb13fd4ac4ed6" /><Relationship Type="http://schemas.openxmlformats.org/officeDocument/2006/relationships/slide" Target="/ppt/slides/slide18.xml" Id="R37f77315160842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7c76b496bca43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348dc5b7094cd5" /><Relationship Type="http://schemas.openxmlformats.org/officeDocument/2006/relationships/notesMaster" Target="/ppt/notesMasters/notesMaster1.xml" Id="Rcb1f2193be894f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d40c52442a4cff" /><Relationship Type="http://schemas.openxmlformats.org/officeDocument/2006/relationships/notesMaster" Target="/ppt/notesMasters/notesMaster1.xml" Id="Ref5b08f5d0344b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d1ca1a08a849cb" /><Relationship Type="http://schemas.openxmlformats.org/officeDocument/2006/relationships/notesMaster" Target="/ppt/notesMasters/notesMaster1.xml" Id="R322cea01eb424b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3e58822fb5413a" /><Relationship Type="http://schemas.openxmlformats.org/officeDocument/2006/relationships/notesMaster" Target="/ppt/notesMasters/notesMaster1.xml" Id="Rda54c9c3411141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1c8872b52c4f11" /><Relationship Type="http://schemas.openxmlformats.org/officeDocument/2006/relationships/notesMaster" Target="/ppt/notesMasters/notesMaster1.xml" Id="R1fcffd81cc0949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901b9cd9f24b1f" /><Relationship Type="http://schemas.openxmlformats.org/officeDocument/2006/relationships/notesMaster" Target="/ppt/notesMasters/notesMaster1.xml" Id="R95e1582f5c0146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edddf5470940cf" /><Relationship Type="http://schemas.openxmlformats.org/officeDocument/2006/relationships/notesMaster" Target="/ppt/notesMasters/notesMaster1.xml" Id="R792f45700b9340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5c1f718b974d79" /><Relationship Type="http://schemas.openxmlformats.org/officeDocument/2006/relationships/notesMaster" Target="/ppt/notesMasters/notesMaster1.xml" Id="R9cdde69cb45042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40a04992144061" /><Relationship Type="http://schemas.openxmlformats.org/officeDocument/2006/relationships/notesMaster" Target="/ppt/notesMasters/notesMaster1.xml" Id="R60b7221ad6ba40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e4a41af72345c0" /><Relationship Type="http://schemas.openxmlformats.org/officeDocument/2006/relationships/notesMaster" Target="/ppt/notesMasters/notesMaster1.xml" Id="R3e21b8658c5342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39229676944778" /><Relationship Type="http://schemas.openxmlformats.org/officeDocument/2006/relationships/notesMaster" Target="/ppt/notesMasters/notesMaster1.xml" Id="R7bd25a7493f44f1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36ee860fb24fdc" /><Relationship Type="http://schemas.openxmlformats.org/officeDocument/2006/relationships/notesMaster" Target="/ppt/notesMasters/notesMaster1.xml" Id="Rf803330f8ced49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b7c191733d4149" /><Relationship Type="http://schemas.openxmlformats.org/officeDocument/2006/relationships/notesMaster" Target="/ppt/notesMasters/notesMaster1.xml" Id="R44291ea3f6ae468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f6bd7e2f3f4be2" /><Relationship Type="http://schemas.openxmlformats.org/officeDocument/2006/relationships/notesMaster" Target="/ppt/notesMasters/notesMaster1.xml" Id="Ra8ae071d294c41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d3304ec372440e" /><Relationship Type="http://schemas.openxmlformats.org/officeDocument/2006/relationships/notesMaster" Target="/ppt/notesMasters/notesMaster1.xml" Id="R3d66c9c49a2c40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7de2962333545a0" /><Relationship Type="http://schemas.openxmlformats.org/officeDocument/2006/relationships/notesMaster" Target="/ppt/notesMasters/notesMaster1.xml" Id="R356ad4132670420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7c3eae3697345ba" /><Relationship Type="http://schemas.openxmlformats.org/officeDocument/2006/relationships/notesMaster" Target="/ppt/notesMasters/notesMaster1.xml" Id="R0419fe56985641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f7e8481f6e74878" /><Relationship Type="http://schemas.openxmlformats.org/officeDocument/2006/relationships/notesMaster" Target="/ppt/notesMasters/notesMaster1.xml" Id="Rd8640e9525f141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1e2712b96d4af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94747a37694a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6fa55c5da34b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da0003637c4ed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c832503a92490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c089191e5c4ca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3f63e16c71648d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9200fd699914cc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642a6fae502469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894a679409d4122"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6642B01-0C2A-40AF-8729-570610AB4E28}"/>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3963CE6E-CDF6-4568-88F5-A2BAEE5805BD}"/>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BEC5D8F5-2DEB-480A-A742-C6A30477DB45}"/>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57EB7A9A-4DF4-45E4-98E2-AD099AA9177D}"/>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3A517ECB-048C-495B-A1F8-A9EC390C3AA7}"/>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0CC5453E-D44A-4DA8-9AAB-EF3E9B4C5597}"/>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77947c0631c4d9f" /><Relationship Type="http://schemas.openxmlformats.org/officeDocument/2006/relationships/slideLayout" Target="/ppt/slideLayouts/slideLayout2.xml" Id="Re574c33c823a43a6" /><Relationship Type="http://schemas.openxmlformats.org/officeDocument/2006/relationships/slideLayout" Target="/ppt/slideLayouts/slideLayout3.xml" Id="Rc20975dd9f21424a" /><Relationship Type="http://schemas.openxmlformats.org/officeDocument/2006/relationships/slideLayout" Target="/ppt/slideLayouts/slideLayout4.xml" Id="Rce1f3cf16bb0477f" /><Relationship Type="http://schemas.openxmlformats.org/officeDocument/2006/relationships/slideLayout" Target="/ppt/slideLayouts/slideLayout5.xml" Id="Rb4bfbe403bab492b" /><Relationship Type="http://schemas.openxmlformats.org/officeDocument/2006/relationships/slideLayout" Target="/ppt/slideLayouts/slideLayout6.xml" Id="R6c8b1a6a8760464f" /><Relationship Type="http://schemas.openxmlformats.org/officeDocument/2006/relationships/slideLayout" Target="/ppt/slideLayouts/slideLayout7.xml" Id="R0a66e8e083fb4d50" /><Relationship Type="http://schemas.openxmlformats.org/officeDocument/2006/relationships/slideLayout" Target="/ppt/slideLayouts/slideLayout8.xml" Id="Rcc6db682179f4a2d" /><Relationship Type="http://schemas.openxmlformats.org/officeDocument/2006/relationships/slideLayout" Target="/ppt/slideLayouts/slideLayout9.xml" Id="Rfbc639923ea3475c" /><Relationship Type="http://schemas.openxmlformats.org/officeDocument/2006/relationships/slideLayout" Target="/ppt/slideLayouts/slideLayout10.xml" Id="R1d0f475a00de47c7" /><Relationship Type="http://schemas.openxmlformats.org/officeDocument/2006/relationships/slideLayout" Target="/ppt/slideLayouts/slideLayout11.xml" Id="Rfa2819164717439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F32E8132-59EB-4EEE-99F5-1AA0E9F15EC3}"/>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DF9ACF19-8E70-4695-9D8E-6A2E685B5526}"/>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18EE9A6B-FDF1-4102-ABF8-78280D92EDF5}"/>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F70A4058-4CD2-4D95-AD9C-E1652C79DE15}"/>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D194D86A-4146-4862-A72D-E4627F0817B8}"/>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74c33c823a43a6"/>
    <p:sldLayoutId xmlns:r="http://schemas.openxmlformats.org/officeDocument/2006/relationships" id="2147483650" r:id="Rc20975dd9f21424a"/>
    <p:sldLayoutId xmlns:r="http://schemas.openxmlformats.org/officeDocument/2006/relationships" id="2147483651" r:id="Rce1f3cf16bb0477f"/>
    <p:sldLayoutId xmlns:r="http://schemas.openxmlformats.org/officeDocument/2006/relationships" id="2147483652" r:id="Rb4bfbe403bab492b"/>
    <p:sldLayoutId xmlns:r="http://schemas.openxmlformats.org/officeDocument/2006/relationships" id="2147483653" r:id="R6c8b1a6a8760464f"/>
    <p:sldLayoutId xmlns:r="http://schemas.openxmlformats.org/officeDocument/2006/relationships" id="2147483654" r:id="R0a66e8e083fb4d50"/>
    <p:sldLayoutId xmlns:r="http://schemas.openxmlformats.org/officeDocument/2006/relationships" id="2147483655" r:id="Rcc6db682179f4a2d"/>
    <p:sldLayoutId xmlns:r="http://schemas.openxmlformats.org/officeDocument/2006/relationships" id="2147483656" r:id="Rfbc639923ea3475c"/>
    <p:sldLayoutId xmlns:r="http://schemas.openxmlformats.org/officeDocument/2006/relationships" id="2147483657" r:id="R1d0f475a00de47c7"/>
    <p:sldLayoutId xmlns:r="http://schemas.openxmlformats.org/officeDocument/2006/relationships" id="2147483658" r:id="Rfa2819164717439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52c995188a6e4b43" /><Relationship Type="http://schemas.openxmlformats.org/officeDocument/2006/relationships/notesSlide" Target="/ppt/notesSlides/notesSlide1.xml" Id="R975190c568c340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7ac5916cb54d4c9f" /><Relationship Type="http://schemas.openxmlformats.org/officeDocument/2006/relationships/image" Target="/ppt/media/image.jpeg" Id="R7484cc4694ff490f" /><Relationship Type="http://schemas.openxmlformats.org/officeDocument/2006/relationships/notesSlide" Target="/ppt/notesSlides/notesSlide2.xml" Id="R33bab73464a843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eeab563c57454396" /><Relationship Type="http://schemas.openxmlformats.org/officeDocument/2006/relationships/notesSlide" Target="/ppt/notesSlides/notesSlide3.xml" Id="R30d7011b3ceb4a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a3b1ff1ea32b4ae5" /><Relationship Type="http://schemas.openxmlformats.org/officeDocument/2006/relationships/notesSlide" Target="/ppt/notesSlides/notesSlide4.xml" Id="Ra0ae3b6f8fce4c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1d237a28b3594718" /><Relationship Type="http://schemas.openxmlformats.org/officeDocument/2006/relationships/notesSlide" Target="/ppt/notesSlides/notesSlide5.xml" Id="R5296f2ffa20a4c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368b677c7c3843da" /><Relationship Type="http://schemas.openxmlformats.org/officeDocument/2006/relationships/notesSlide" Target="/ppt/notesSlides/notesSlide6.xml" Id="R395317ca8c5541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7ddebdfc3bc7467e" /><Relationship Type="http://schemas.openxmlformats.org/officeDocument/2006/relationships/notesSlide" Target="/ppt/notesSlides/notesSlide7.xml" Id="R847b8531b7204d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40e2c6b20f804adb" /><Relationship Type="http://schemas.openxmlformats.org/officeDocument/2006/relationships/notesSlide" Target="/ppt/notesSlides/notesSlide8.xml" Id="Rf31bee8cf81c42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78e33956f9ee4b3e" /><Relationship Type="http://schemas.openxmlformats.org/officeDocument/2006/relationships/image" Target="/ppt/media/image.png" Id="R49db0a69a70e4de0" /><Relationship Type="http://schemas.openxmlformats.org/officeDocument/2006/relationships/image" Target="/ppt/media/image2.png" Id="Rc67d886cc6694cae" /><Relationship Type="http://schemas.openxmlformats.org/officeDocument/2006/relationships/image" Target="/ppt/media/image3.png" Id="Rad9771ec670844c4" /><Relationship Type="http://schemas.openxmlformats.org/officeDocument/2006/relationships/notesSlide" Target="/ppt/notesSlides/notesSlide9.xml" Id="Rfc8f8e19996f40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96d8ad367ec64e90" /><Relationship Type="http://schemas.openxmlformats.org/officeDocument/2006/relationships/notesSlide" Target="/ppt/notesSlides/notesSlide10.xml" Id="Rac51397ebde44c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85cb4c1d74ba443e" /><Relationship Type="http://schemas.openxmlformats.org/officeDocument/2006/relationships/image" Target="/ppt/media/image4.png" Id="R90fec7072dd6496f" /><Relationship Type="http://schemas.openxmlformats.org/officeDocument/2006/relationships/image" Target="/ppt/media/image5.png" Id="Ra139c5aec0db4932" /><Relationship Type="http://schemas.openxmlformats.org/officeDocument/2006/relationships/image" Target="/ppt/media/image6.png" Id="R394973a1072a4dcf" /><Relationship Type="http://schemas.openxmlformats.org/officeDocument/2006/relationships/image" Target="/ppt/media/image7.png" Id="R578434399bf04850" /><Relationship Type="http://schemas.openxmlformats.org/officeDocument/2006/relationships/image" Target="/ppt/media/image8.png" Id="Rc9ea221074aa42ad" /><Relationship Type="http://schemas.openxmlformats.org/officeDocument/2006/relationships/notesSlide" Target="/ppt/notesSlides/notesSlide11.xml" Id="Rc0d05f08b724491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533699ddc8c64a8b" /><Relationship Type="http://schemas.openxmlformats.org/officeDocument/2006/relationships/image" Target="/ppt/media/image9.png" Id="R65d1354b210e4a26" /><Relationship Type="http://schemas.openxmlformats.org/officeDocument/2006/relationships/image" Target="/ppt/media/image10.png" Id="R44f6d2850667476f" /><Relationship Type="http://schemas.openxmlformats.org/officeDocument/2006/relationships/notesSlide" Target="/ppt/notesSlides/notesSlide12.xml" Id="R5c62f46976dd4f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a6cc484f38dc49df" /><Relationship Type="http://schemas.openxmlformats.org/officeDocument/2006/relationships/image" Target="/ppt/media/image11.png" Id="R156bb65298864732" /><Relationship Type="http://schemas.openxmlformats.org/officeDocument/2006/relationships/notesSlide" Target="/ppt/notesSlides/notesSlide13.xml" Id="Rcfaf6c93e90744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d34ea694bd4745ae" /><Relationship Type="http://schemas.openxmlformats.org/officeDocument/2006/relationships/image" Target="/ppt/media/image12.png" Id="R7af586cc485247bf" /><Relationship Type="http://schemas.openxmlformats.org/officeDocument/2006/relationships/notesSlide" Target="/ppt/notesSlides/notesSlide14.xml" Id="R633a963f56214ed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56ded78944004c1a" /><Relationship Type="http://schemas.openxmlformats.org/officeDocument/2006/relationships/image" Target="/ppt/media/image13.png" Id="Rf5059eeecd53458e" /><Relationship Type="http://schemas.openxmlformats.org/officeDocument/2006/relationships/image" Target="/ppt/media/image14.png" Id="R943c2fdf2e4c4c0b" /><Relationship Type="http://schemas.openxmlformats.org/officeDocument/2006/relationships/image" Target="/ppt/media/image15.png" Id="Ra13cd5e0e4254a17" /><Relationship Type="http://schemas.openxmlformats.org/officeDocument/2006/relationships/image" Target="/ppt/media/image16.png" Id="R2fc65872c727488f" /><Relationship Type="http://schemas.openxmlformats.org/officeDocument/2006/relationships/image" Target="/ppt/media/image17.png" Id="R6b1a1c9d581547bb" /><Relationship Type="http://schemas.openxmlformats.org/officeDocument/2006/relationships/notesSlide" Target="/ppt/notesSlides/notesSlide15.xml" Id="R1ebde7554625460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b8f8d3684c134e6b" /><Relationship Type="http://schemas.openxmlformats.org/officeDocument/2006/relationships/notesSlide" Target="/ppt/notesSlides/notesSlide16.xml" Id="R63927ab17f1343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8219aefbac364f3f" /><Relationship Type="http://schemas.openxmlformats.org/officeDocument/2006/relationships/notesSlide" Target="/ppt/notesSlides/notesSlide17.xml" Id="R3acabb8b22cc4d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1b74216e49834d8a" /><Relationship Type="http://schemas.openxmlformats.org/officeDocument/2006/relationships/notesSlide" Target="/ppt/notesSlides/notesSlide18.xml" Id="R718faebcdaa047a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6A72CF2-7A57-41F2-897E-4B9286DB25FD}"/>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5994A2B7-800C-43FA-B3CE-2C7F7C7A449D}"/>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3419635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306841B3-1454-4F97-BE55-345D4F296486}"/>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8093289C-3478-4FBC-9E0F-B05CB8595222}"/>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3A2880B8-31CA-4A84-96DE-BE5F4B971EEE}"/>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1C5A73C9-B30F-481D-89CB-58A2F38B956E}"/>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7484cc4694ff490f"/>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13662438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D218E8A-9F72-4628-A70E-1BF3748DFB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21CA1D6E-DEE8-4D13-AD0E-E25ACA0E3417}"/>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solidFill xmlns:a="http://schemas.openxmlformats.org/drawingml/2006/main">
            <a:srgbClr val="F2F7FF"/>
          </a:solidFill>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8C7A5018-54D2-4E65-8A6B-FBE1CEF4F628}"/>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79C789E9-EC64-4712-8000-8359EE8F4200}"/>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DC121992-DA3B-4ABB-953A-B5AAE80D7E87}"/>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4A222619-59C4-47B9-942A-8D419D10B426}"/>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5286865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C5D4C1D-FDA3-43F3-96B9-AF8D888A83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4501E617-5E6B-4687-826A-4B69FA46C873}"/>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7BA5A3C7-97B8-4613-B990-48343866EA4B}"/>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0780875A-9CD6-4CA2-8E42-FFF313EC86BA}"/>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4D40BE1C-CA3E-4A81-8154-E04759A68C76}"/>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62769403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D741B86-79EB-4B70-BFC6-2FA5A00F125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7356036D-40AB-4DF2-89A2-4151044AB2E6}"/>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E7F83517-57A2-4E75-B220-C4016CB5F4C9}"/>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7D56ED64-38CF-4027-A594-D5B1532BFF11}"/>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6348637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921E46E-1CFA-49BE-8AE1-EB4C3846EE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FA359BE7-FD8C-48D8-8E9F-3ADA6502D57B}"/>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FFA5199C-ECDB-4ECF-8E93-68B91EE721A6}"/>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10869729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7BD282E-365F-4F68-B4CF-B9E27CB782E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D5F9B3A2-9A3C-4A16-9259-730E034990D1}"/>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4C791D9D-9D6F-4DB9-9F77-FC6F8576B7F9}"/>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14933670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A8D8509-811F-43DD-8843-A4CC8937167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F1D11A10-BE04-4223-BEE1-5B3B44D59E39}"/>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147C2244-7884-478B-94EB-DAC4966CE7FA}"/>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C4FF740F-929C-4D3B-92C7-CDE1EE5A985C}"/>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26061162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B6A1594-8A43-4DAC-B43C-1D8AEAEAF34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49db0a69a70e4de0"/>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c67d886cc6694cae"/>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ad9771ec670844c4"/>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4F923760-FB81-4368-831F-1E59AD78AB61}"/>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0A1C0294-CB44-4BB5-95DB-667E79A3F3EC}"/>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E63FDE20-9E2F-4D09-9C6D-5F39BE2BC9C8}"/>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1249B1E3-E9FC-4BB1-AE7F-B083F352D4AF}"/>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63D414B1-9E5F-4E1F-9BCA-3A61029A464E}"/>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78C112C2-C259-4D48-9068-77E1A9AEDF89}"/>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129578194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A6C34F1-239F-486C-8EE5-78343106588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02A47F31-05CE-49B5-B770-043C4F43A5EF}"/>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DB01D674-19E7-476F-A56B-F2E45815EE8F}"/>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193310166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563D85A-AC44-4985-943B-E07F5265D3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90fec7072dd6496f"/>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a139c5aec0db4932"/>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31FAA4FE-2090-445E-A04B-26077CC0967E}"/>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E1B8F552-8E0F-45FF-82DC-8C409BD9E6EE}"/>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394973a1072a4dcf"/>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578434399bf04850"/>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81C48605-073D-4563-8ADE-7AFB05023188}"/>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C27DE74F-1032-4438-BE92-9A5AF9AE6BBD}"/>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c9ea221074aa42ad"/>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D9F82C23-5B98-4883-859C-CEACC611C12F}"/>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04D92040-DAF4-4F34-A4EF-9F8DD2AA9704}"/>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68148996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9363E9D-03E1-4E41-8EE9-3CF92EFA0DB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79B5F60C-84A8-4D0E-B1EE-CEEAF6B3840C}"/>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E04D09D0-43F4-42D7-8B69-F55F91D0F6F5}"/>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65d1354b210e4a26"/>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44f6d2850667476f"/>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103272161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973DC8A-86EA-4BB4-AFF9-2D74A37D7F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156bb65298864732"/>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3D3F4EDC-2FA3-4A10-A97B-70CCDA151815}"/>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105335330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ADC3CE6-8833-48A1-A22F-466A9E96B0B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7af586cc485247bf"/>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5A0ABD11-2C9F-4111-B29B-6AB78A9A4A4F}"/>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4974779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AD08E50-1DC1-4427-A7EB-D29E4AB1CF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f5059eeecd53458e"/>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943c2fdf2e4c4c0b"/>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a13cd5e0e4254a17"/>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2fc65872c727488f"/>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6b1a1c9d581547bb"/>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2DFCAAE8-D38E-4971-9783-503225A531A5}"/>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4630995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A307536-A182-4E8E-8E94-51B351DEC0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D7A56918-F2D7-430C-A181-96C3F758D1D0}"/>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21C81EDE-E634-408E-A2B0-FF3CBB7BF44F}"/>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D2BA618B-EC72-4938-B3EE-259E0D116C04}"/>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784F5122-7596-4180-B829-B3E6ECC0DD3E}"/>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36845288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1093F7E-82C4-4922-9B9A-A40CBDF01C7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836974F5-6640-45B8-9EDF-AADA755F1AEC}"/>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C278E8BD-A2F3-4ED9-896C-8913CB4F8632}"/>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70878117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BD991276-6BF8-4C91-B6E6-AD00119613EE}"/>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732803880"/>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2026-04-17T17:46:25.3850000Z</dcterms:created>
  <dcterms:modified xsi:type="dcterms:W3CDTF">2026-04-17T17:46:25.3850000Z</dcterms:modified>
</coreProperties>
</file>