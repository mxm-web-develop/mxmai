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5afb2a78e843e9" /><Relationship Type="http://schemas.openxmlformats.org/officeDocument/2006/relationships/extended-properties" Target="/docProps/app.xml" Id="Rc276951b9dc340d5" /><Relationship Type="http://schemas.openxmlformats.org/officeDocument/2006/relationships/officeDocument" Target="/ppt/presentation.xml" Id="R1ba79722c3cf4022" /></Relationships>
</file>

<file path=ppt/presentation.xml><?xml version="1.0" encoding="utf-8"?>
<p:presentation xmlns:p="http://schemas.openxmlformats.org/presentationml/2006/main">
  <p:sldMasterIdLst>
    <p:sldMasterId xmlns:r="http://schemas.openxmlformats.org/officeDocument/2006/relationships" id="2147483648" r:id="R9c1b91ba309d4c3a"/>
  </p:sldMasterIdLst>
  <p:notesMasterIdLst>
    <p:notesMasterId xmlns:r="http://schemas.openxmlformats.org/officeDocument/2006/relationships" r:id="R76288a9386c8436e"/>
  </p:notesMasterIdLst>
  <p:sldIdLst>
    <p:sldId xmlns:r="http://schemas.openxmlformats.org/officeDocument/2006/relationships" id="256" r:id="Rb8e90f7e863e4753"/>
    <p:sldId xmlns:r="http://schemas.openxmlformats.org/officeDocument/2006/relationships" id="257" r:id="R4a822a8e0b694f6c"/>
    <p:sldId xmlns:r="http://schemas.openxmlformats.org/officeDocument/2006/relationships" id="258" r:id="R1629901911644ba0"/>
    <p:sldId xmlns:r="http://schemas.openxmlformats.org/officeDocument/2006/relationships" id="259" r:id="R6fe5c96980c3429e"/>
    <p:sldId xmlns:r="http://schemas.openxmlformats.org/officeDocument/2006/relationships" id="260" r:id="R16148fafbe0e48c3"/>
    <p:sldId xmlns:r="http://schemas.openxmlformats.org/officeDocument/2006/relationships" id="261" r:id="Reae35297af714425"/>
    <p:sldId xmlns:r="http://schemas.openxmlformats.org/officeDocument/2006/relationships" id="262" r:id="R4b4ea2e3a82d4111"/>
    <p:sldId xmlns:r="http://schemas.openxmlformats.org/officeDocument/2006/relationships" id="263" r:id="R9572c811a2aa49bc"/>
    <p:sldId xmlns:r="http://schemas.openxmlformats.org/officeDocument/2006/relationships" id="264" r:id="R6015405d90bb4ed0"/>
    <p:sldId xmlns:r="http://schemas.openxmlformats.org/officeDocument/2006/relationships" id="265" r:id="R814a89c75abd4be3"/>
    <p:sldId xmlns:r="http://schemas.openxmlformats.org/officeDocument/2006/relationships" id="266" r:id="Rfdcffd65da734afa"/>
    <p:sldId xmlns:r="http://schemas.openxmlformats.org/officeDocument/2006/relationships" id="267" r:id="Ra1d0f77191aa4a10"/>
    <p:sldId xmlns:r="http://schemas.openxmlformats.org/officeDocument/2006/relationships" id="268" r:id="Rfb5a79f7dd7a43fb"/>
    <p:sldId xmlns:r="http://schemas.openxmlformats.org/officeDocument/2006/relationships" id="269" r:id="Rf0841593a4da46bc"/>
    <p:sldId xmlns:r="http://schemas.openxmlformats.org/officeDocument/2006/relationships" id="270" r:id="R604c4e6925904f55"/>
    <p:sldId xmlns:r="http://schemas.openxmlformats.org/officeDocument/2006/relationships" id="271" r:id="Rdf4942c41e1a43ba"/>
    <p:sldId xmlns:r="http://schemas.openxmlformats.org/officeDocument/2006/relationships" id="272" r:id="R74b54bfebf0541a0"/>
    <p:sldId xmlns:r="http://schemas.openxmlformats.org/officeDocument/2006/relationships" id="273" r:id="R2f10eb6cd6124ac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c1b91ba309d4c3a" /><Relationship Type="http://schemas.openxmlformats.org/officeDocument/2006/relationships/theme" Target="/ppt/theme/theme1.xml" Id="Rb9dcb32a71f04d04" /><Relationship Type="http://schemas.openxmlformats.org/officeDocument/2006/relationships/notesMaster" Target="/ppt/notesMasters/notesMaster1.xml" Id="R76288a9386c8436e" /><Relationship Type="http://schemas.openxmlformats.org/officeDocument/2006/relationships/presProps" Target="/ppt/presProps.xml" Id="R17b181504be84169" /><Relationship Type="http://schemas.openxmlformats.org/officeDocument/2006/relationships/viewProps" Target="/ppt/viewProps.xml" Id="R995b0b1d90524264" /><Relationship Type="http://schemas.openxmlformats.org/officeDocument/2006/relationships/tableStyles" Target="/ppt/tableStyles.xml" Id="R9079030c56b94278" /><Relationship Type="http://schemas.openxmlformats.org/officeDocument/2006/relationships/slide" Target="/ppt/slides/slide1.xml" Id="Rb8e90f7e863e4753" /><Relationship Type="http://schemas.openxmlformats.org/officeDocument/2006/relationships/slide" Target="/ppt/slides/slide2.xml" Id="R4a822a8e0b694f6c" /><Relationship Type="http://schemas.openxmlformats.org/officeDocument/2006/relationships/slide" Target="/ppt/slides/slide3.xml" Id="R1629901911644ba0" /><Relationship Type="http://schemas.openxmlformats.org/officeDocument/2006/relationships/slide" Target="/ppt/slides/slide4.xml" Id="R6fe5c96980c3429e" /><Relationship Type="http://schemas.openxmlformats.org/officeDocument/2006/relationships/slide" Target="/ppt/slides/slide5.xml" Id="R16148fafbe0e48c3" /><Relationship Type="http://schemas.openxmlformats.org/officeDocument/2006/relationships/slide" Target="/ppt/slides/slide6.xml" Id="Reae35297af714425" /><Relationship Type="http://schemas.openxmlformats.org/officeDocument/2006/relationships/slide" Target="/ppt/slides/slide7.xml" Id="R4b4ea2e3a82d4111" /><Relationship Type="http://schemas.openxmlformats.org/officeDocument/2006/relationships/slide" Target="/ppt/slides/slide8.xml" Id="R9572c811a2aa49bc" /><Relationship Type="http://schemas.openxmlformats.org/officeDocument/2006/relationships/slide" Target="/ppt/slides/slide9.xml" Id="R6015405d90bb4ed0" /><Relationship Type="http://schemas.openxmlformats.org/officeDocument/2006/relationships/slide" Target="/ppt/slides/slide10.xml" Id="R814a89c75abd4be3" /><Relationship Type="http://schemas.openxmlformats.org/officeDocument/2006/relationships/slide" Target="/ppt/slides/slide11.xml" Id="Rfdcffd65da734afa" /><Relationship Type="http://schemas.openxmlformats.org/officeDocument/2006/relationships/slide" Target="/ppt/slides/slide12.xml" Id="Ra1d0f77191aa4a10" /><Relationship Type="http://schemas.openxmlformats.org/officeDocument/2006/relationships/slide" Target="/ppt/slides/slide13.xml" Id="Rfb5a79f7dd7a43fb" /><Relationship Type="http://schemas.openxmlformats.org/officeDocument/2006/relationships/slide" Target="/ppt/slides/slide14.xml" Id="Rf0841593a4da46bc" /><Relationship Type="http://schemas.openxmlformats.org/officeDocument/2006/relationships/slide" Target="/ppt/slides/slide15.xml" Id="R604c4e6925904f55" /><Relationship Type="http://schemas.openxmlformats.org/officeDocument/2006/relationships/slide" Target="/ppt/slides/slide16.xml" Id="Rdf4942c41e1a43ba" /><Relationship Type="http://schemas.openxmlformats.org/officeDocument/2006/relationships/slide" Target="/ppt/slides/slide17.xml" Id="R74b54bfebf0541a0" /><Relationship Type="http://schemas.openxmlformats.org/officeDocument/2006/relationships/slide" Target="/ppt/slides/slide18.xml" Id="R2f10eb6cd6124a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576b84b527e47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11a4968d964e9d" /><Relationship Type="http://schemas.openxmlformats.org/officeDocument/2006/relationships/notesMaster" Target="/ppt/notesMasters/notesMaster1.xml" Id="R11f804a48edf4d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792c697b3d4e26" /><Relationship Type="http://schemas.openxmlformats.org/officeDocument/2006/relationships/notesMaster" Target="/ppt/notesMasters/notesMaster1.xml" Id="R671044a6d94e4d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272c4fe11b4cc8" /><Relationship Type="http://schemas.openxmlformats.org/officeDocument/2006/relationships/notesMaster" Target="/ppt/notesMasters/notesMaster1.xml" Id="R48cd0926f8df42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d6c1d714134398" /><Relationship Type="http://schemas.openxmlformats.org/officeDocument/2006/relationships/notesMaster" Target="/ppt/notesMasters/notesMaster1.xml" Id="Re8786809511c42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8874f9f4cc4230" /><Relationship Type="http://schemas.openxmlformats.org/officeDocument/2006/relationships/notesMaster" Target="/ppt/notesMasters/notesMaster1.xml" Id="Rab92570e2a7049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c131a7148d4235" /><Relationship Type="http://schemas.openxmlformats.org/officeDocument/2006/relationships/notesMaster" Target="/ppt/notesMasters/notesMaster1.xml" Id="Rb9d105b2de654f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c4fc7b7993421e" /><Relationship Type="http://schemas.openxmlformats.org/officeDocument/2006/relationships/notesMaster" Target="/ppt/notesMasters/notesMaster1.xml" Id="R2025d2dac43d4e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d9fc88826d4f33" /><Relationship Type="http://schemas.openxmlformats.org/officeDocument/2006/relationships/notesMaster" Target="/ppt/notesMasters/notesMaster1.xml" Id="Rfde1395e829340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c09caf387447a5" /><Relationship Type="http://schemas.openxmlformats.org/officeDocument/2006/relationships/notesMaster" Target="/ppt/notesMasters/notesMaster1.xml" Id="R25956ac55ff047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5910d5de91494e" /><Relationship Type="http://schemas.openxmlformats.org/officeDocument/2006/relationships/notesMaster" Target="/ppt/notesMasters/notesMaster1.xml" Id="R32585db95e124c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d53a24ff964951" /><Relationship Type="http://schemas.openxmlformats.org/officeDocument/2006/relationships/notesMaster" Target="/ppt/notesMasters/notesMaster1.xml" Id="R99055df8cf93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4a8b134d3b4418" /><Relationship Type="http://schemas.openxmlformats.org/officeDocument/2006/relationships/notesMaster" Target="/ppt/notesMasters/notesMaster1.xml" Id="R33ce0610608342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0ed14e475b46d8" /><Relationship Type="http://schemas.openxmlformats.org/officeDocument/2006/relationships/notesMaster" Target="/ppt/notesMasters/notesMaster1.xml" Id="R2f55d3954fca4a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74695b4c584e27" /><Relationship Type="http://schemas.openxmlformats.org/officeDocument/2006/relationships/notesMaster" Target="/ppt/notesMasters/notesMaster1.xml" Id="R97595261c6a14e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3ff0d9afb84292" /><Relationship Type="http://schemas.openxmlformats.org/officeDocument/2006/relationships/notesMaster" Target="/ppt/notesMasters/notesMaster1.xml" Id="Rfd50231d191b46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15a16f2d5b4723" /><Relationship Type="http://schemas.openxmlformats.org/officeDocument/2006/relationships/notesMaster" Target="/ppt/notesMasters/notesMaster1.xml" Id="Rb6c5d4c6190943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baeaa6b65f49b0" /><Relationship Type="http://schemas.openxmlformats.org/officeDocument/2006/relationships/notesMaster" Target="/ppt/notesMasters/notesMaster1.xml" Id="R9f71d2fdc36e47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d93bbeb66544ed" /><Relationship Type="http://schemas.openxmlformats.org/officeDocument/2006/relationships/notesMaster" Target="/ppt/notesMasters/notesMaster1.xml" Id="Rc4db4e47f86644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de015db66146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9a1c48a67e48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fbe9dc73234c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f37cbe19f94f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076b2843db4e3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6588d695d0b4be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9440ce24ac44f0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dc807231d4944b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59f4760bbf24db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03ae09ea24b4db1"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FB8AF33-C1AD-41F5-A486-7FE3B554B7CB}"/>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A7F976B1-1E23-4277-9855-9BDD9973D530}"/>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8496A177-4991-4F1C-9D18-B700E8A9CFC2}"/>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914EF5F8-7912-4BE5-BC00-C6ACA46A7600}"/>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6647A92D-56CA-4585-ACC8-9E5294846038}"/>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F54A2BDE-D664-47FA-AB68-1AF1774CA58E}"/>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77e3774551f48c7" /><Relationship Type="http://schemas.openxmlformats.org/officeDocument/2006/relationships/slideLayout" Target="/ppt/slideLayouts/slideLayout2.xml" Id="R8ba132f16d414c4c" /><Relationship Type="http://schemas.openxmlformats.org/officeDocument/2006/relationships/slideLayout" Target="/ppt/slideLayouts/slideLayout3.xml" Id="R898dfa298a554fa1" /><Relationship Type="http://schemas.openxmlformats.org/officeDocument/2006/relationships/slideLayout" Target="/ppt/slideLayouts/slideLayout4.xml" Id="R847dae8ff5614373" /><Relationship Type="http://schemas.openxmlformats.org/officeDocument/2006/relationships/slideLayout" Target="/ppt/slideLayouts/slideLayout5.xml" Id="R23b9e223054f4005" /><Relationship Type="http://schemas.openxmlformats.org/officeDocument/2006/relationships/slideLayout" Target="/ppt/slideLayouts/slideLayout6.xml" Id="R475faf6fa44d48ad" /><Relationship Type="http://schemas.openxmlformats.org/officeDocument/2006/relationships/slideLayout" Target="/ppt/slideLayouts/slideLayout7.xml" Id="Rc919b3e1d2fd43a3" /><Relationship Type="http://schemas.openxmlformats.org/officeDocument/2006/relationships/slideLayout" Target="/ppt/slideLayouts/slideLayout8.xml" Id="R6a97b9484d1f469c" /><Relationship Type="http://schemas.openxmlformats.org/officeDocument/2006/relationships/slideLayout" Target="/ppt/slideLayouts/slideLayout9.xml" Id="Rce0e2b0667214218" /><Relationship Type="http://schemas.openxmlformats.org/officeDocument/2006/relationships/slideLayout" Target="/ppt/slideLayouts/slideLayout10.xml" Id="R25bc33d539684d7f" /><Relationship Type="http://schemas.openxmlformats.org/officeDocument/2006/relationships/slideLayout" Target="/ppt/slideLayouts/slideLayout11.xml" Id="R622581b55aae4f0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3DC4CFB-5156-47BA-9176-DD373C879903}"/>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E62549DC-BE98-4B33-9A3F-C99F08F60C77}"/>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5F23419E-675A-4BCD-B947-FB8D082D97ED}"/>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BA4BB0EB-1391-41CF-B11F-096B20FE1EE7}"/>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790C4B35-AB0C-427C-BC0D-FC32EB794D2A}"/>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a132f16d414c4c"/>
    <p:sldLayoutId xmlns:r="http://schemas.openxmlformats.org/officeDocument/2006/relationships" id="2147483650" r:id="R898dfa298a554fa1"/>
    <p:sldLayoutId xmlns:r="http://schemas.openxmlformats.org/officeDocument/2006/relationships" id="2147483651" r:id="R847dae8ff5614373"/>
    <p:sldLayoutId xmlns:r="http://schemas.openxmlformats.org/officeDocument/2006/relationships" id="2147483652" r:id="R23b9e223054f4005"/>
    <p:sldLayoutId xmlns:r="http://schemas.openxmlformats.org/officeDocument/2006/relationships" id="2147483653" r:id="R475faf6fa44d48ad"/>
    <p:sldLayoutId xmlns:r="http://schemas.openxmlformats.org/officeDocument/2006/relationships" id="2147483654" r:id="Rc919b3e1d2fd43a3"/>
    <p:sldLayoutId xmlns:r="http://schemas.openxmlformats.org/officeDocument/2006/relationships" id="2147483655" r:id="R6a97b9484d1f469c"/>
    <p:sldLayoutId xmlns:r="http://schemas.openxmlformats.org/officeDocument/2006/relationships" id="2147483656" r:id="Rce0e2b0667214218"/>
    <p:sldLayoutId xmlns:r="http://schemas.openxmlformats.org/officeDocument/2006/relationships" id="2147483657" r:id="R25bc33d539684d7f"/>
    <p:sldLayoutId xmlns:r="http://schemas.openxmlformats.org/officeDocument/2006/relationships" id="2147483658" r:id="R622581b55aae4f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8e8b59bf6ee34361" /><Relationship Type="http://schemas.openxmlformats.org/officeDocument/2006/relationships/notesSlide" Target="/ppt/notesSlides/notesSlide1.xml" Id="R8a9887fe551849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e9a50f01bf84016" /><Relationship Type="http://schemas.openxmlformats.org/officeDocument/2006/relationships/image" Target="/ppt/media/image.jpeg" Id="R09c3dbb82ba640dd" /><Relationship Type="http://schemas.openxmlformats.org/officeDocument/2006/relationships/notesSlide" Target="/ppt/notesSlides/notesSlide2.xml" Id="R675bdc67688a48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89254a05edb4c44" /><Relationship Type="http://schemas.openxmlformats.org/officeDocument/2006/relationships/notesSlide" Target="/ppt/notesSlides/notesSlide3.xml" Id="R1c54a0b6cd634f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d3a4df25c4134fa3" /><Relationship Type="http://schemas.openxmlformats.org/officeDocument/2006/relationships/notesSlide" Target="/ppt/notesSlides/notesSlide4.xml" Id="R1498f4c8cb5448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ce8c62f5446418e" /><Relationship Type="http://schemas.openxmlformats.org/officeDocument/2006/relationships/notesSlide" Target="/ppt/notesSlides/notesSlide5.xml" Id="Rd11a50bb0b3243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653e89b57e243dc" /><Relationship Type="http://schemas.openxmlformats.org/officeDocument/2006/relationships/notesSlide" Target="/ppt/notesSlides/notesSlide6.xml" Id="R61b319e427434b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66d5970509b4366" /><Relationship Type="http://schemas.openxmlformats.org/officeDocument/2006/relationships/notesSlide" Target="/ppt/notesSlides/notesSlide7.xml" Id="R9a7068a78b3840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5c046a97a844308" /><Relationship Type="http://schemas.openxmlformats.org/officeDocument/2006/relationships/notesSlide" Target="/ppt/notesSlides/notesSlide8.xml" Id="R059c81b79b0445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aa533c7ab8fe4e7e" /><Relationship Type="http://schemas.openxmlformats.org/officeDocument/2006/relationships/image" Target="/ppt/media/image.png" Id="R4472c43896be43f2" /><Relationship Type="http://schemas.openxmlformats.org/officeDocument/2006/relationships/image" Target="/ppt/media/image2.png" Id="Ra531c75063174bb3" /><Relationship Type="http://schemas.openxmlformats.org/officeDocument/2006/relationships/image" Target="/ppt/media/image3.png" Id="Rba72d8ba260b40d5" /><Relationship Type="http://schemas.openxmlformats.org/officeDocument/2006/relationships/notesSlide" Target="/ppt/notesSlides/notesSlide9.xml" Id="R80feb2e4ebd449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645122c6d3e4bc4" /><Relationship Type="http://schemas.openxmlformats.org/officeDocument/2006/relationships/notesSlide" Target="/ppt/notesSlides/notesSlide10.xml" Id="Rdf2930bd829c47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55a549c5378d44b6" /><Relationship Type="http://schemas.openxmlformats.org/officeDocument/2006/relationships/image" Target="/ppt/media/image4.png" Id="R4a0694e5e63742c2" /><Relationship Type="http://schemas.openxmlformats.org/officeDocument/2006/relationships/image" Target="/ppt/media/image5.png" Id="R5c3c4d4229a24e89" /><Relationship Type="http://schemas.openxmlformats.org/officeDocument/2006/relationships/image" Target="/ppt/media/image6.png" Id="Raf6440ef4052430d" /><Relationship Type="http://schemas.openxmlformats.org/officeDocument/2006/relationships/image" Target="/ppt/media/image7.png" Id="Ra1ed58e9f9d643d3" /><Relationship Type="http://schemas.openxmlformats.org/officeDocument/2006/relationships/image" Target="/ppt/media/image8.png" Id="R6ef3cc79912b4f37" /><Relationship Type="http://schemas.openxmlformats.org/officeDocument/2006/relationships/notesSlide" Target="/ppt/notesSlides/notesSlide11.xml" Id="R6ce6bae3c8e24d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fe1e809864c24f15" /><Relationship Type="http://schemas.openxmlformats.org/officeDocument/2006/relationships/image" Target="/ppt/media/image9.png" Id="R5ea3f4fb17704593" /><Relationship Type="http://schemas.openxmlformats.org/officeDocument/2006/relationships/image" Target="/ppt/media/image10.png" Id="Ra1ef3f201e7e404f" /><Relationship Type="http://schemas.openxmlformats.org/officeDocument/2006/relationships/notesSlide" Target="/ppt/notesSlides/notesSlide12.xml" Id="Rf2ecc9961f8943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5b283c1af9664dc1" /><Relationship Type="http://schemas.openxmlformats.org/officeDocument/2006/relationships/image" Target="/ppt/media/image11.png" Id="Ree0bc8b7aa804402" /><Relationship Type="http://schemas.openxmlformats.org/officeDocument/2006/relationships/notesSlide" Target="/ppt/notesSlides/notesSlide13.xml" Id="Rf2173850c1dc49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64117fbfbd6a4a20" /><Relationship Type="http://schemas.openxmlformats.org/officeDocument/2006/relationships/image" Target="/ppt/media/image12.png" Id="R089cdf051a744ed8" /><Relationship Type="http://schemas.openxmlformats.org/officeDocument/2006/relationships/notesSlide" Target="/ppt/notesSlides/notesSlide14.xml" Id="Rb95da99c294d42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c2f4821a061b4e3f" /><Relationship Type="http://schemas.openxmlformats.org/officeDocument/2006/relationships/image" Target="/ppt/media/image13.png" Id="R6d4399726c9142c4" /><Relationship Type="http://schemas.openxmlformats.org/officeDocument/2006/relationships/image" Target="/ppt/media/image14.png" Id="Rd9de9ac126bc47e9" /><Relationship Type="http://schemas.openxmlformats.org/officeDocument/2006/relationships/image" Target="/ppt/media/image15.png" Id="R1df6a0764732427e" /><Relationship Type="http://schemas.openxmlformats.org/officeDocument/2006/relationships/image" Target="/ppt/media/image16.png" Id="Ref9dd464017f43de" /><Relationship Type="http://schemas.openxmlformats.org/officeDocument/2006/relationships/image" Target="/ppt/media/image17.png" Id="R35e875bd31e24f15" /><Relationship Type="http://schemas.openxmlformats.org/officeDocument/2006/relationships/notesSlide" Target="/ppt/notesSlides/notesSlide15.xml" Id="Rad094281dab843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c248731951bd4ff5" /><Relationship Type="http://schemas.openxmlformats.org/officeDocument/2006/relationships/notesSlide" Target="/ppt/notesSlides/notesSlide16.xml" Id="Rf229bd5229924a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940cc2555ad43a1" /><Relationship Type="http://schemas.openxmlformats.org/officeDocument/2006/relationships/notesSlide" Target="/ppt/notesSlides/notesSlide17.xml" Id="R83a32e8f5d674e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5966df0ddf3b4d42" /><Relationship Type="http://schemas.openxmlformats.org/officeDocument/2006/relationships/notesSlide" Target="/ppt/notesSlides/notesSlide18.xml" Id="R31c474d503d249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03D2A99-7044-4389-A07C-D177C87F2427}"/>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67B97B3F-B9C0-4E30-BAAB-203CD3D04BAF}"/>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2894404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95684B4D-6FF8-4610-8C2F-B51CCCE820D5}"/>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C0F82F2E-D31F-43C0-A39A-432DCEF1D2F1}"/>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D01888C5-9004-4531-97A8-F3C6756E884D}"/>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5CAC5F17-FC48-415C-A16A-C0BCB44B1A1B}"/>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09c3dbb82ba640dd"/>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3934113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4B0D3F5-40C9-4723-8B0B-B8290E8ACB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F2D1931F-C8B8-48B1-8195-2B3E57ED3490}"/>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13A07B05-4C85-4F80-A01A-4CCDA2D8ACAF}"/>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885AAEFE-C61B-46A2-8BDD-99031E90F5C5}"/>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9849EC37-3FAC-4C25-8D40-A9E7FA77C123}"/>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4A35F7EE-4A84-42ED-A45D-4121DE14C2C4}"/>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10298799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0FF0F7A-FA75-4C15-A50F-7D1F758CC3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E8BD8B14-EF56-4648-B7ED-FF21D65E71B3}"/>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86F17513-3158-46D6-A2EF-39CDF6A99287}"/>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6C6C43BE-0EB3-405E-85DB-A98BF5502E31}"/>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2C0856E4-B8F4-483E-BD18-7312A94856EC}"/>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23481056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ABF0BB0-72DB-419A-A845-1E5B0323F2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49B57F64-12E5-475B-B5F5-7E69A730D21B}"/>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E40D1648-D095-469B-885B-CAB7A6B3B0B2}"/>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893E16B4-6DEB-4164-B93D-8102D1E23C74}"/>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4368117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0018B23-31B0-4D8E-968F-B7D95D7832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66C1F4E0-22C5-450E-B881-E04893E9C9A7}"/>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6F76E954-ACE2-458E-BBB1-D704D2BEF3B3}"/>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2882991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BA21F14-721B-4E15-B932-66A703A349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5DC6D91B-D70E-452F-B676-E99C865FAC7C}"/>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141F157B-E290-4703-9714-3C7434D42F4E}"/>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8945442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8CCBE6C-5F4C-4B1C-8CBE-14ADE028F2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46172192-AE39-400C-9BE5-A61A51CD6F5B}"/>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71C7FCDD-484A-44BB-9CD1-C62C9B273941}"/>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E467DA55-9953-4F6F-8D9D-EAAA15A89CD1}"/>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144268285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C91EC9-D346-405F-A1F0-81690FAD91F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4472c43896be43f2"/>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a531c75063174bb3"/>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ba72d8ba260b40d5"/>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416658A6-C8C5-449A-8A18-123BE297C2BC}"/>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65B2D1E7-4377-4252-BFBA-31AA58C18CFB}"/>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B1336EC7-AD3C-4D3C-BADE-11E4A71CD4E7}"/>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D62E85B5-C511-4B3B-8988-A65A05CFECFD}"/>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F82E325D-A415-4FFF-9919-CD4951B28A50}"/>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ED3EA473-99A2-4B4F-8F44-C13EDAE850D0}"/>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7909531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4204128-5328-4E89-8084-7A4973811D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3D044FD9-DFEB-45F2-ACEC-5880EF76FBFE}"/>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B1A7416E-9CC8-4504-95F4-25FED298D4F7}"/>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170582252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F8C4C62-9839-4A4A-84A8-03F05A0CF0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4a0694e5e63742c2"/>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5c3c4d4229a24e89"/>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A3025ADA-C00C-44B2-A984-47BE07E96E55}"/>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C034C10A-BA49-4084-A9AF-AE431C40D675}"/>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af6440ef4052430d"/>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a1ed58e9f9d643d3"/>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8F92A6D2-9ADC-4745-9734-6B95A8B74D1F}"/>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0AB21C63-2E38-4074-83E7-455F0C7E9A20}"/>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6ef3cc79912b4f37"/>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FCF626BB-7C6A-4C5F-8BA6-97A50A243ED6}"/>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3F058DEF-87B1-41B7-AC38-2DB354523455}"/>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1899586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F4747C1-1C66-415B-9E88-6D1B4FCB11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059F4DF5-19FD-407A-9735-E34010D2A8B5}"/>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22C4F3A7-2075-41D0-9048-B0DB459D69E3}"/>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5ea3f4fb17704593"/>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a1ef3f201e7e404f"/>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8181510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0B5B7D1-A2B8-4DD4-9839-93F1C2A5D2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ee0bc8b7aa804402"/>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12F83173-8179-46A1-8BC7-1697BF6584AB}"/>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37273632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85C8DEC-CAB5-4EB7-96D7-DFA704DDA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089cdf051a744ed8"/>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2D60FAAC-1D3B-4395-AB94-1F8E857565C6}"/>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21024571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566BCFD-A2C1-47D3-9909-DB01A1EF1B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6d4399726c9142c4"/>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d9de9ac126bc47e9"/>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1df6a0764732427e"/>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ef9dd464017f43de"/>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35e875bd31e24f15"/>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2B5DC89A-7520-4309-BDD4-651287234147}"/>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80806013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5B4A789-F179-4195-ABEF-A5A7C1F864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AD996FBB-64ED-4A88-AC21-CE39D439912C}"/>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08F1511C-518E-4068-9C3F-FCB2B8AA07DB}"/>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A6E00358-EFE5-408F-8C84-E6820CBC0FB2}"/>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E6102317-100F-4647-8DF6-65AAF9840095}"/>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86555188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AD1C90A-C235-4BA8-854D-BD05D8106E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1D247A91-0F4B-4788-8900-491BBE88AB31}"/>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65B17A53-FDA7-4F8D-8035-0DE885536376}"/>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0773763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04545B7E-8083-4BC6-B9CB-E2EB2A800A2A}"/>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104860416"/>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2026-04-17T17:46:23.6450000Z</dcterms:created>
  <dcterms:modified xsi:type="dcterms:W3CDTF">2026-04-17T17:46:23.6450000Z</dcterms:modified>
</coreProperties>
</file>