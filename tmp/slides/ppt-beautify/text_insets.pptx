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57800f54f14f0a" /><Relationship Type="http://schemas.openxmlformats.org/officeDocument/2006/relationships/extended-properties" Target="/docProps/app.xml" Id="R211beb89b8954329" /><Relationship Type="http://schemas.openxmlformats.org/officeDocument/2006/relationships/officeDocument" Target="/ppt/presentation.xml" Id="Ra171c36e87dc4226" /></Relationships>
</file>

<file path=ppt/presentation.xml><?xml version="1.0" encoding="utf-8"?>
<p:presentation xmlns:p="http://schemas.openxmlformats.org/presentationml/2006/main">
  <p:sldMasterIdLst>
    <p:sldMasterId xmlns:r="http://schemas.openxmlformats.org/officeDocument/2006/relationships" id="2147483648" r:id="Red696d0dda194ea1"/>
  </p:sldMasterIdLst>
  <p:notesMasterIdLst>
    <p:notesMasterId xmlns:r="http://schemas.openxmlformats.org/officeDocument/2006/relationships" r:id="R4ece667918424627"/>
  </p:notesMasterIdLst>
  <p:sldIdLst>
    <p:sldId xmlns:r="http://schemas.openxmlformats.org/officeDocument/2006/relationships" id="256" r:id="Rdbe53aa98b5a4ba2"/>
    <p:sldId xmlns:r="http://schemas.openxmlformats.org/officeDocument/2006/relationships" id="257" r:id="R574a8e5e61d84f08"/>
    <p:sldId xmlns:r="http://schemas.openxmlformats.org/officeDocument/2006/relationships" id="258" r:id="R351d9e5720fe4863"/>
    <p:sldId xmlns:r="http://schemas.openxmlformats.org/officeDocument/2006/relationships" id="259" r:id="R4f0c6c64cef04d82"/>
    <p:sldId xmlns:r="http://schemas.openxmlformats.org/officeDocument/2006/relationships" id="260" r:id="R6149d9a0baa74426"/>
    <p:sldId xmlns:r="http://schemas.openxmlformats.org/officeDocument/2006/relationships" id="261" r:id="R5838340ed221439f"/>
    <p:sldId xmlns:r="http://schemas.openxmlformats.org/officeDocument/2006/relationships" id="262" r:id="R2e968a6d18d64492"/>
    <p:sldId xmlns:r="http://schemas.openxmlformats.org/officeDocument/2006/relationships" id="263" r:id="Rd37548dc5134409e"/>
    <p:sldId xmlns:r="http://schemas.openxmlformats.org/officeDocument/2006/relationships" id="264" r:id="R2c5acf40713f4d8a"/>
    <p:sldId xmlns:r="http://schemas.openxmlformats.org/officeDocument/2006/relationships" id="265" r:id="R522a3aafd3cc43c9"/>
    <p:sldId xmlns:r="http://schemas.openxmlformats.org/officeDocument/2006/relationships" id="266" r:id="R344d39fecc134171"/>
    <p:sldId xmlns:r="http://schemas.openxmlformats.org/officeDocument/2006/relationships" id="267" r:id="R1576040ade65422a"/>
    <p:sldId xmlns:r="http://schemas.openxmlformats.org/officeDocument/2006/relationships" id="268" r:id="Rf7e18c2e80fe49f2"/>
    <p:sldId xmlns:r="http://schemas.openxmlformats.org/officeDocument/2006/relationships" id="269" r:id="Rcce2fb720b054955"/>
    <p:sldId xmlns:r="http://schemas.openxmlformats.org/officeDocument/2006/relationships" id="270" r:id="R211dbd917cda4062"/>
    <p:sldId xmlns:r="http://schemas.openxmlformats.org/officeDocument/2006/relationships" id="271" r:id="R8aa31c24438d4d92"/>
    <p:sldId xmlns:r="http://schemas.openxmlformats.org/officeDocument/2006/relationships" id="272" r:id="R62e68b889f214cec"/>
    <p:sldId xmlns:r="http://schemas.openxmlformats.org/officeDocument/2006/relationships" id="273" r:id="R4696a69f7b80480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ed696d0dda194ea1" /><Relationship Type="http://schemas.openxmlformats.org/officeDocument/2006/relationships/theme" Target="/ppt/theme/theme1.xml" Id="R6d8ce03ef299423f" /><Relationship Type="http://schemas.openxmlformats.org/officeDocument/2006/relationships/notesMaster" Target="/ppt/notesMasters/notesMaster1.xml" Id="R4ece667918424627" /><Relationship Type="http://schemas.openxmlformats.org/officeDocument/2006/relationships/presProps" Target="/ppt/presProps.xml" Id="Rdce7c82996f34ffb" /><Relationship Type="http://schemas.openxmlformats.org/officeDocument/2006/relationships/viewProps" Target="/ppt/viewProps.xml" Id="R1371058b3475411a" /><Relationship Type="http://schemas.openxmlformats.org/officeDocument/2006/relationships/tableStyles" Target="/ppt/tableStyles.xml" Id="R4f2b8569edc441c8" /><Relationship Type="http://schemas.openxmlformats.org/officeDocument/2006/relationships/slide" Target="/ppt/slides/slide1.xml" Id="Rdbe53aa98b5a4ba2" /><Relationship Type="http://schemas.openxmlformats.org/officeDocument/2006/relationships/slide" Target="/ppt/slides/slide2.xml" Id="R574a8e5e61d84f08" /><Relationship Type="http://schemas.openxmlformats.org/officeDocument/2006/relationships/slide" Target="/ppt/slides/slide3.xml" Id="R351d9e5720fe4863" /><Relationship Type="http://schemas.openxmlformats.org/officeDocument/2006/relationships/slide" Target="/ppt/slides/slide4.xml" Id="R4f0c6c64cef04d82" /><Relationship Type="http://schemas.openxmlformats.org/officeDocument/2006/relationships/slide" Target="/ppt/slides/slide5.xml" Id="R6149d9a0baa74426" /><Relationship Type="http://schemas.openxmlformats.org/officeDocument/2006/relationships/slide" Target="/ppt/slides/slide6.xml" Id="R5838340ed221439f" /><Relationship Type="http://schemas.openxmlformats.org/officeDocument/2006/relationships/slide" Target="/ppt/slides/slide7.xml" Id="R2e968a6d18d64492" /><Relationship Type="http://schemas.openxmlformats.org/officeDocument/2006/relationships/slide" Target="/ppt/slides/slide8.xml" Id="Rd37548dc5134409e" /><Relationship Type="http://schemas.openxmlformats.org/officeDocument/2006/relationships/slide" Target="/ppt/slides/slide9.xml" Id="R2c5acf40713f4d8a" /><Relationship Type="http://schemas.openxmlformats.org/officeDocument/2006/relationships/slide" Target="/ppt/slides/slide10.xml" Id="R522a3aafd3cc43c9" /><Relationship Type="http://schemas.openxmlformats.org/officeDocument/2006/relationships/slide" Target="/ppt/slides/slide11.xml" Id="R344d39fecc134171" /><Relationship Type="http://schemas.openxmlformats.org/officeDocument/2006/relationships/slide" Target="/ppt/slides/slide12.xml" Id="R1576040ade65422a" /><Relationship Type="http://schemas.openxmlformats.org/officeDocument/2006/relationships/slide" Target="/ppt/slides/slide13.xml" Id="Rf7e18c2e80fe49f2" /><Relationship Type="http://schemas.openxmlformats.org/officeDocument/2006/relationships/slide" Target="/ppt/slides/slide14.xml" Id="Rcce2fb720b054955" /><Relationship Type="http://schemas.openxmlformats.org/officeDocument/2006/relationships/slide" Target="/ppt/slides/slide15.xml" Id="R211dbd917cda4062" /><Relationship Type="http://schemas.openxmlformats.org/officeDocument/2006/relationships/slide" Target="/ppt/slides/slide16.xml" Id="R8aa31c24438d4d92" /><Relationship Type="http://schemas.openxmlformats.org/officeDocument/2006/relationships/slide" Target="/ppt/slides/slide17.xml" Id="R62e68b889f214cec" /><Relationship Type="http://schemas.openxmlformats.org/officeDocument/2006/relationships/slide" Target="/ppt/slides/slide18.xml" Id="R4696a69f7b8048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ad953e1ce7f42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170214f1384db3" /><Relationship Type="http://schemas.openxmlformats.org/officeDocument/2006/relationships/notesMaster" Target="/ppt/notesMasters/notesMaster1.xml" Id="R7427eed7b1ab46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632474e4974794" /><Relationship Type="http://schemas.openxmlformats.org/officeDocument/2006/relationships/notesMaster" Target="/ppt/notesMasters/notesMaster1.xml" Id="Reb0072df61004b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51ab4daa664680" /><Relationship Type="http://schemas.openxmlformats.org/officeDocument/2006/relationships/notesMaster" Target="/ppt/notesMasters/notesMaster1.xml" Id="Rd3512399eb4a49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ef222c221c4257" /><Relationship Type="http://schemas.openxmlformats.org/officeDocument/2006/relationships/notesMaster" Target="/ppt/notesMasters/notesMaster1.xml" Id="R5001e39d9a6c4f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26e0cbb168417f" /><Relationship Type="http://schemas.openxmlformats.org/officeDocument/2006/relationships/notesMaster" Target="/ppt/notesMasters/notesMaster1.xml" Id="Re930f853e92f4f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e4a41341ce4f8f" /><Relationship Type="http://schemas.openxmlformats.org/officeDocument/2006/relationships/notesMaster" Target="/ppt/notesMasters/notesMaster1.xml" Id="Raa11521d27a341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5b9576f3684f13" /><Relationship Type="http://schemas.openxmlformats.org/officeDocument/2006/relationships/notesMaster" Target="/ppt/notesMasters/notesMaster1.xml" Id="R4f0a357ddc5642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4757940aaa4d7c" /><Relationship Type="http://schemas.openxmlformats.org/officeDocument/2006/relationships/notesMaster" Target="/ppt/notesMasters/notesMaster1.xml" Id="Rd16f239a26bd4e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15a22994814181" /><Relationship Type="http://schemas.openxmlformats.org/officeDocument/2006/relationships/notesMaster" Target="/ppt/notesMasters/notesMaster1.xml" Id="R7eea2c101a754a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4cf41bb0c24624" /><Relationship Type="http://schemas.openxmlformats.org/officeDocument/2006/relationships/notesMaster" Target="/ppt/notesMasters/notesMaster1.xml" Id="Ra57a8ba1a4a24e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ffa69259cc46af" /><Relationship Type="http://schemas.openxmlformats.org/officeDocument/2006/relationships/notesMaster" Target="/ppt/notesMasters/notesMaster1.xml" Id="R0cd9ad61e47a41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d8925f8b5047c1" /><Relationship Type="http://schemas.openxmlformats.org/officeDocument/2006/relationships/notesMaster" Target="/ppt/notesMasters/notesMaster1.xml" Id="Reb1fccbd59c042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db872d7ac14ee1" /><Relationship Type="http://schemas.openxmlformats.org/officeDocument/2006/relationships/notesMaster" Target="/ppt/notesMasters/notesMaster1.xml" Id="Rfa19c3f2f4934b8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ccf068236e441e" /><Relationship Type="http://schemas.openxmlformats.org/officeDocument/2006/relationships/notesMaster" Target="/ppt/notesMasters/notesMaster1.xml" Id="R25b981aa495440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81297d337074f79" /><Relationship Type="http://schemas.openxmlformats.org/officeDocument/2006/relationships/notesMaster" Target="/ppt/notesMasters/notesMaster1.xml" Id="R2a26d5606fd54c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47ba5743264e47" /><Relationship Type="http://schemas.openxmlformats.org/officeDocument/2006/relationships/notesMaster" Target="/ppt/notesMasters/notesMaster1.xml" Id="Rb7b5c182cb904c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2e69ab68aa4242" /><Relationship Type="http://schemas.openxmlformats.org/officeDocument/2006/relationships/notesMaster" Target="/ppt/notesMasters/notesMaster1.xml" Id="Rc10affc575e846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6346d3cc0d4801" /><Relationship Type="http://schemas.openxmlformats.org/officeDocument/2006/relationships/notesMaster" Target="/ppt/notesMasters/notesMaster1.xml" Id="Rb250513e79bd43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748b609c524e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cf5da3e66d41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bc6137ce0247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b706ec17ce43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502ad07d4e449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d1cc14bfa3e4b7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60c97ea311a415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85d83599ce74ea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915a1784f0840b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caf347f47d44df7"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850A268-B76E-47F8-893B-4D27EEBBDFF2}"/>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106A8FDD-4887-4009-BA98-149F264E4EA7}"/>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0BBE2F80-8DBC-4456-B941-3D676CAE9A9C}"/>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C1C993E7-C5F9-405F-A07A-F70BABD52CF4}"/>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01341225-1BA8-4A63-BA8E-C4BF859B5D39}"/>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4E38752F-CCF3-4128-BFDA-455E6F4BD795}"/>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4ef66c2bec694c40" /><Relationship Type="http://schemas.openxmlformats.org/officeDocument/2006/relationships/slideLayout" Target="/ppt/slideLayouts/slideLayout2.xml" Id="R9cf0a3eae2b3465e" /><Relationship Type="http://schemas.openxmlformats.org/officeDocument/2006/relationships/slideLayout" Target="/ppt/slideLayouts/slideLayout3.xml" Id="R1b1b59503f5f47e7" /><Relationship Type="http://schemas.openxmlformats.org/officeDocument/2006/relationships/slideLayout" Target="/ppt/slideLayouts/slideLayout4.xml" Id="R020404b3cf654c95" /><Relationship Type="http://schemas.openxmlformats.org/officeDocument/2006/relationships/slideLayout" Target="/ppt/slideLayouts/slideLayout5.xml" Id="Racc8b53100ef4c5e" /><Relationship Type="http://schemas.openxmlformats.org/officeDocument/2006/relationships/slideLayout" Target="/ppt/slideLayouts/slideLayout6.xml" Id="Rf31e3fe957964842" /><Relationship Type="http://schemas.openxmlformats.org/officeDocument/2006/relationships/slideLayout" Target="/ppt/slideLayouts/slideLayout7.xml" Id="Rfddc672d78ff41aa" /><Relationship Type="http://schemas.openxmlformats.org/officeDocument/2006/relationships/slideLayout" Target="/ppt/slideLayouts/slideLayout8.xml" Id="R2f59b48c7bc045e3" /><Relationship Type="http://schemas.openxmlformats.org/officeDocument/2006/relationships/slideLayout" Target="/ppt/slideLayouts/slideLayout9.xml" Id="Ra131d9a05e08430d" /><Relationship Type="http://schemas.openxmlformats.org/officeDocument/2006/relationships/slideLayout" Target="/ppt/slideLayouts/slideLayout10.xml" Id="R286837e71fbc4f3e" /><Relationship Type="http://schemas.openxmlformats.org/officeDocument/2006/relationships/slideLayout" Target="/ppt/slideLayouts/slideLayout11.xml" Id="R4e437908883a447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663659D6-6339-41C3-B655-E53364A4401F}"/>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310323EA-2694-4229-980E-915DE24718A9}"/>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F8AF9E1A-A6BE-4F01-A1BA-7C91466569B2}"/>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08142918-516E-4D31-A356-17E308F0563D}"/>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18942C6C-1175-4BCD-B82A-09EB34BC02D6}"/>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f0a3eae2b3465e"/>
    <p:sldLayoutId xmlns:r="http://schemas.openxmlformats.org/officeDocument/2006/relationships" id="2147483650" r:id="R1b1b59503f5f47e7"/>
    <p:sldLayoutId xmlns:r="http://schemas.openxmlformats.org/officeDocument/2006/relationships" id="2147483651" r:id="R020404b3cf654c95"/>
    <p:sldLayoutId xmlns:r="http://schemas.openxmlformats.org/officeDocument/2006/relationships" id="2147483652" r:id="Racc8b53100ef4c5e"/>
    <p:sldLayoutId xmlns:r="http://schemas.openxmlformats.org/officeDocument/2006/relationships" id="2147483653" r:id="Rf31e3fe957964842"/>
    <p:sldLayoutId xmlns:r="http://schemas.openxmlformats.org/officeDocument/2006/relationships" id="2147483654" r:id="Rfddc672d78ff41aa"/>
    <p:sldLayoutId xmlns:r="http://schemas.openxmlformats.org/officeDocument/2006/relationships" id="2147483655" r:id="R2f59b48c7bc045e3"/>
    <p:sldLayoutId xmlns:r="http://schemas.openxmlformats.org/officeDocument/2006/relationships" id="2147483656" r:id="Ra131d9a05e08430d"/>
    <p:sldLayoutId xmlns:r="http://schemas.openxmlformats.org/officeDocument/2006/relationships" id="2147483657" r:id="R286837e71fbc4f3e"/>
    <p:sldLayoutId xmlns:r="http://schemas.openxmlformats.org/officeDocument/2006/relationships" id="2147483658" r:id="R4e437908883a44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53a3b2b4ef534497" /><Relationship Type="http://schemas.openxmlformats.org/officeDocument/2006/relationships/notesSlide" Target="/ppt/notesSlides/notesSlide1.xml" Id="R79c699cc032c46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7fbf3cc2b2940ce" /><Relationship Type="http://schemas.openxmlformats.org/officeDocument/2006/relationships/image" Target="/ppt/media/image.jpeg" Id="Ra6803b8859bf4b9d" /><Relationship Type="http://schemas.openxmlformats.org/officeDocument/2006/relationships/notesSlide" Target="/ppt/notesSlides/notesSlide2.xml" Id="R0bb4bfa630a34a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d74a92a0f106456d" /><Relationship Type="http://schemas.openxmlformats.org/officeDocument/2006/relationships/notesSlide" Target="/ppt/notesSlides/notesSlide3.xml" Id="Raad0c44e563d4c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f43cd692b8f248c8" /><Relationship Type="http://schemas.openxmlformats.org/officeDocument/2006/relationships/notesSlide" Target="/ppt/notesSlides/notesSlide4.xml" Id="R13e3924a30324c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41772f9de8054ae9" /><Relationship Type="http://schemas.openxmlformats.org/officeDocument/2006/relationships/notesSlide" Target="/ppt/notesSlides/notesSlide5.xml" Id="R590750e48bdd40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cef374cba96b4eeb" /><Relationship Type="http://schemas.openxmlformats.org/officeDocument/2006/relationships/notesSlide" Target="/ppt/notesSlides/notesSlide6.xml" Id="R9e89b853166e4d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f3cef55ed1214113" /><Relationship Type="http://schemas.openxmlformats.org/officeDocument/2006/relationships/notesSlide" Target="/ppt/notesSlides/notesSlide7.xml" Id="Raa3b5735822848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1f5fc7afbdc14ff7" /><Relationship Type="http://schemas.openxmlformats.org/officeDocument/2006/relationships/notesSlide" Target="/ppt/notesSlides/notesSlide8.xml" Id="Rf6acdd0750034c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7e29e6abdd5544de" /><Relationship Type="http://schemas.openxmlformats.org/officeDocument/2006/relationships/image" Target="/ppt/media/image.png" Id="R6dc950566eee4469" /><Relationship Type="http://schemas.openxmlformats.org/officeDocument/2006/relationships/image" Target="/ppt/media/image2.png" Id="R1fbee4a20d6549db" /><Relationship Type="http://schemas.openxmlformats.org/officeDocument/2006/relationships/image" Target="/ppt/media/image3.png" Id="R679a8dc64ac04145" /><Relationship Type="http://schemas.openxmlformats.org/officeDocument/2006/relationships/notesSlide" Target="/ppt/notesSlides/notesSlide9.xml" Id="Rdb0658a95e0a41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310e6d245b9240d3" /><Relationship Type="http://schemas.openxmlformats.org/officeDocument/2006/relationships/notesSlide" Target="/ppt/notesSlides/notesSlide10.xml" Id="R2c09de7daa4542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d55cb1b22aad4a41" /><Relationship Type="http://schemas.openxmlformats.org/officeDocument/2006/relationships/image" Target="/ppt/media/image4.png" Id="R1ccb4020a7fb4622" /><Relationship Type="http://schemas.openxmlformats.org/officeDocument/2006/relationships/image" Target="/ppt/media/image5.png" Id="R4d319f6f9c2e4f6f" /><Relationship Type="http://schemas.openxmlformats.org/officeDocument/2006/relationships/image" Target="/ppt/media/image6.png" Id="Rd31dde80fd994201" /><Relationship Type="http://schemas.openxmlformats.org/officeDocument/2006/relationships/image" Target="/ppt/media/image7.png" Id="Rc53b10f44c3f4ec0" /><Relationship Type="http://schemas.openxmlformats.org/officeDocument/2006/relationships/image" Target="/ppt/media/image8.png" Id="Rc7f8f6d1c9c44c3b" /><Relationship Type="http://schemas.openxmlformats.org/officeDocument/2006/relationships/notesSlide" Target="/ppt/notesSlides/notesSlide11.xml" Id="Rae0056dbb05042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0bb9f396bbbc49de" /><Relationship Type="http://schemas.openxmlformats.org/officeDocument/2006/relationships/image" Target="/ppt/media/image9.png" Id="Re7b421ee85fe4293" /><Relationship Type="http://schemas.openxmlformats.org/officeDocument/2006/relationships/image" Target="/ppt/media/image10.png" Id="Rc675a2fbd5364ffd" /><Relationship Type="http://schemas.openxmlformats.org/officeDocument/2006/relationships/notesSlide" Target="/ppt/notesSlides/notesSlide12.xml" Id="Reeee4c767e6c4c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b9dd0cd6ceb840e1" /><Relationship Type="http://schemas.openxmlformats.org/officeDocument/2006/relationships/image" Target="/ppt/media/image11.png" Id="R5a2d52ad0127411f" /><Relationship Type="http://schemas.openxmlformats.org/officeDocument/2006/relationships/notesSlide" Target="/ppt/notesSlides/notesSlide13.xml" Id="R8542a394ab3a435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41562f6aa548459e" /><Relationship Type="http://schemas.openxmlformats.org/officeDocument/2006/relationships/image" Target="/ppt/media/image12.png" Id="R9682d6a176114f74" /><Relationship Type="http://schemas.openxmlformats.org/officeDocument/2006/relationships/notesSlide" Target="/ppt/notesSlides/notesSlide14.xml" Id="Re01cc37d14d040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4a58ad81b733476d" /><Relationship Type="http://schemas.openxmlformats.org/officeDocument/2006/relationships/image" Target="/ppt/media/image13.png" Id="Rbca1c06aff4b4872" /><Relationship Type="http://schemas.openxmlformats.org/officeDocument/2006/relationships/image" Target="/ppt/media/image14.png" Id="R8631dff2f6554c4f" /><Relationship Type="http://schemas.openxmlformats.org/officeDocument/2006/relationships/image" Target="/ppt/media/image15.png" Id="R822592677a6b487b" /><Relationship Type="http://schemas.openxmlformats.org/officeDocument/2006/relationships/image" Target="/ppt/media/image16.png" Id="R683f46a6d1624acc" /><Relationship Type="http://schemas.openxmlformats.org/officeDocument/2006/relationships/image" Target="/ppt/media/image17.png" Id="R23640f00414f4351" /><Relationship Type="http://schemas.openxmlformats.org/officeDocument/2006/relationships/notesSlide" Target="/ppt/notesSlides/notesSlide15.xml" Id="Re0e8c34d9ccd47e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d7edc565c1b845bf" /><Relationship Type="http://schemas.openxmlformats.org/officeDocument/2006/relationships/notesSlide" Target="/ppt/notesSlides/notesSlide16.xml" Id="R07849258ee074d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4987adf1b7a14651" /><Relationship Type="http://schemas.openxmlformats.org/officeDocument/2006/relationships/notesSlide" Target="/ppt/notesSlides/notesSlide17.xml" Id="Rec47e347059a492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26d110b06ec54c4a" /><Relationship Type="http://schemas.openxmlformats.org/officeDocument/2006/relationships/notesSlide" Target="/ppt/notesSlides/notesSlide18.xml" Id="R3de25ed435eb41b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BC23703-8688-4A16-8F41-4AFC6756EF3D}"/>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6D38F92F-7CBB-46FF-B436-05959DBCF820}"/>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120128756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DC1953BC-4797-4CA2-A7B8-8B960FA8823D}"/>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6C414A38-2FBA-46D6-A19D-561B2D8E0D76}"/>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5D29E127-2E5F-48E6-AECC-AEE25104DBAE}"/>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EB535A26-89B3-4F99-AD5E-038BD55BB9F1}"/>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a6803b8859bf4b9d"/>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157655027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D662B06-F7AF-457A-97C9-CBAAAD5BCA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FDA8A7D7-EA55-4E9D-B980-F8F6E3640186}"/>
              </a:ext>
            </a:extLst>
          </p:cNvPr>
          <p:cNvSpPr>
            <a:spLocks xmlns:a="http://schemas.openxmlformats.org/drawingml/2006/main" noGrp="1"/>
          </p:cNvSpPr>
          <p:nvPr/>
        </p:nvSpPr>
        <p:spPr>
          <a:xfrm xmlns:a="http://schemas.openxmlformats.org/drawingml/2006/main">
            <a:off x="1105535" y="2031365"/>
            <a:ext cx="6937375" cy="432916"/>
          </a:xfrm>
          <a:prstGeom xmlns:a="http://schemas.openxmlformats.org/drawingml/2006/main" prst="rect">
            <a:avLst/>
          </a:prstGeom>
          <a:noFill xmlns:a="http://schemas.openxmlformats.org/drawingml/2006/main"/>
        </p:spPr>
        <p:txBody>
          <a:bodyPr xmlns:a="http://schemas.openxmlformats.org/drawingml/2006/main" wrap="square" lIns="95250" tIns="95250" rIns="95250" bIns="95250">
            <a:spAutoFit/>
          </a:bodyPr>
          <a:lstStyle xmlns:a="http://schemas.openxmlformats.org/drawingml/2006/main"/>
          <a:p xmlns:a="http://schemas.openxmlformats.org/drawingml/2006/main">
            <a:r>
              <a:rPr sz="1600">
                <a:solidFill>
                  <a:schemeClr val="accent1"/>
                </a:solidFill>
                <a:latin typeface="+mj-ea"/>
                <a:ea typeface="+mj-ea"/>
                <a:cs typeface="+mj-ea"/>
              </a:rPr>
              <a:t>1. </a:t>
            </a:r>
            <a:r>
              <a:rPr sz="16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E19C4DAB-A456-4BC2-B5AE-D38617E7C185}"/>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EE89048A-5F86-4734-9ABA-6C79705342F3}"/>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F2FDA079-B0D3-49BE-B08D-414CB598E1E6}"/>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DAD88BEC-67D7-44B2-8531-43E85AA7D52A}"/>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9426837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A91A830-E9BB-4CF5-920F-B7465A16078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4266E3E5-6F7F-4F77-977C-2FCE0C543858}"/>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D7515AEB-092D-4538-BC76-C1DBF966980E}"/>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919E9C65-DA24-43A1-936E-98F22CC4010F}"/>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9920A364-2FF0-4183-9763-000688E613C3}"/>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15770860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7EB0B5E-D26A-4506-959A-F29BAEEFDA6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5CBF1386-70DC-4720-B52A-7CA20FDF168F}"/>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8AD1CDB7-5913-4990-8936-BBB3E4B7D1ED}"/>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498CF9F8-8785-461E-91FB-FAAB7B13C171}"/>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9305399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E313BAF-6991-44AF-841A-BDA91E87D0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9C812BF0-FAF5-40C6-AC4E-C039910AAA80}"/>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D1A8988F-B4CE-446D-BC93-E36EAD645FFE}"/>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135150065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E6919B0-4D9A-4B6B-8859-B120563F21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004F346D-45E8-4CA1-9788-22248D5D12BA}"/>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D12227C1-4B6D-4CE9-A59E-457B5E2B96D7}"/>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68795126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74EDDD0-5636-4BAD-816A-C5507C3417D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D7DDBDB4-CCA1-47B9-83B1-172569C1B2D8}"/>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1C995BB8-654D-4476-859F-3151B850B955}"/>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D12F0BC6-D9DE-46CA-BD0B-33947CE3DBBC}"/>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27845985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317D95B-5CC6-4039-AA8B-C2FCBAB4C37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6dc950566eee4469"/>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1fbee4a20d6549db"/>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679a8dc64ac04145"/>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D3D1BAF5-BE16-4BF8-A0DC-BABFF694E97B}"/>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7D43192E-3D9D-40C6-87D3-78AC58F0E141}"/>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153D60C0-F4F4-41B3-94B6-D653C82298F3}"/>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ACBA5A0E-E74D-4E2C-B34C-850BE8A191DB}"/>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3091AB68-1204-44A6-9E01-3B0D930C0C88}"/>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07290BAE-1CA5-46E8-BE94-FD2DCCF0028B}"/>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175623593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9809375-7C8F-4D57-9613-3932D4930A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26228A99-9CA8-4B09-B063-4E400DEDB315}"/>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5D80C46B-BFB3-45F4-831F-E149EFB44A8D}"/>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2842417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237EFA1-5B74-44BC-B3E8-95D95D1C013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1ccb4020a7fb4622"/>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4d319f6f9c2e4f6f"/>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63BD7A93-9A13-43E5-A9A6-BCCF85D1206F}"/>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03886239-76AD-454E-A52E-B647CCE68391}"/>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d31dde80fd994201"/>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c53b10f44c3f4ec0"/>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26E0B5C9-2BDF-4D03-8ECD-440CD194C6B8}"/>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90F09189-4669-4DBC-8554-C6886B25136E}"/>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c7f8f6d1c9c44c3b"/>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918CD3D7-5FA4-4966-996D-34E12C39B7C0}"/>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34FC7F65-BE3B-4AF7-ABE7-E9FFC8C5C73C}"/>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194488325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2A3C274-F3DF-4BA0-8329-35E109B1EFA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1316AC48-F6CF-4ADD-9F64-F874150352EE}"/>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CA64AD97-E68A-4D53-9E1F-7418D6407636}"/>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e7b421ee85fe4293"/>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c675a2fbd5364ffd"/>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74293164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CFDFC22-3446-4EA8-868E-E72CBF46016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5a2d52ad0127411f"/>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1D54CDE9-62A8-4767-849E-E9F1AA428717}"/>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211597139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4E0F850-D63D-4E0C-8F47-855B7C3D66F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9682d6a176114f74"/>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F7EA33C6-9CFC-4636-B95F-3A18751E1AF9}"/>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17277100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F25B06C-E869-49D4-8203-E2B01DDD7C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bca1c06aff4b4872"/>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8631dff2f6554c4f"/>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822592677a6b487b"/>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683f46a6d1624acc"/>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23640f00414f4351"/>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230978FD-F1AB-49FD-9FDB-911444830E9B}"/>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20486788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30A509C-DC7D-4369-B815-DFE3E2F1F7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352EB62D-C843-4ADE-9194-60FD11832521}"/>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C3EF3325-7886-4A5C-8EB5-555F8773158C}"/>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39A9B54F-EB84-445F-89A6-02AAF8D0D765}"/>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9A642E9A-2987-4119-B001-551CEBC8866E}"/>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214453856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FA80429-1609-46AB-B694-9ABC38C8B82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9407FF89-A529-4353-B54D-183F4D591738}"/>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25012521-3D6C-40CD-91DD-26A8ADBD2E3D}"/>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103141720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1758D0CD-9E6E-4153-B96A-E0F53E205632}"/>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1054253048"/>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2026-04-17T17:46:24.6790000Z</dcterms:created>
  <dcterms:modified xsi:type="dcterms:W3CDTF">2026-04-17T17:46:24.6790000Z</dcterms:modified>
</coreProperties>
</file>