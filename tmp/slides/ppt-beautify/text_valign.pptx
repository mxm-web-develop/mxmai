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208778096d437d" /><Relationship Type="http://schemas.openxmlformats.org/officeDocument/2006/relationships/extended-properties" Target="/docProps/app.xml" Id="R3083c19ac4024b0d" /><Relationship Type="http://schemas.openxmlformats.org/officeDocument/2006/relationships/officeDocument" Target="/ppt/presentation.xml" Id="Rba8dd6516f864a1f" /></Relationships>
</file>

<file path=ppt/presentation.xml><?xml version="1.0" encoding="utf-8"?>
<p:presentation xmlns:p="http://schemas.openxmlformats.org/presentationml/2006/main">
  <p:sldMasterIdLst>
    <p:sldMasterId xmlns:r="http://schemas.openxmlformats.org/officeDocument/2006/relationships" id="2147483648" r:id="R144fe332d35547a0"/>
  </p:sldMasterIdLst>
  <p:notesMasterIdLst>
    <p:notesMasterId xmlns:r="http://schemas.openxmlformats.org/officeDocument/2006/relationships" r:id="R194d7c2c64074e0b"/>
  </p:notesMasterIdLst>
  <p:sldIdLst>
    <p:sldId xmlns:r="http://schemas.openxmlformats.org/officeDocument/2006/relationships" id="256" r:id="Rf8d151329e134e17"/>
    <p:sldId xmlns:r="http://schemas.openxmlformats.org/officeDocument/2006/relationships" id="257" r:id="R3bdc60858bc24434"/>
    <p:sldId xmlns:r="http://schemas.openxmlformats.org/officeDocument/2006/relationships" id="258" r:id="R3c63eb28e98f43e5"/>
    <p:sldId xmlns:r="http://schemas.openxmlformats.org/officeDocument/2006/relationships" id="259" r:id="R8a3e2694d42a4c68"/>
    <p:sldId xmlns:r="http://schemas.openxmlformats.org/officeDocument/2006/relationships" id="260" r:id="Ra68d04edfb8c48e8"/>
    <p:sldId xmlns:r="http://schemas.openxmlformats.org/officeDocument/2006/relationships" id="261" r:id="R28a47a22e9d34349"/>
    <p:sldId xmlns:r="http://schemas.openxmlformats.org/officeDocument/2006/relationships" id="262" r:id="R490a1d74244340e9"/>
    <p:sldId xmlns:r="http://schemas.openxmlformats.org/officeDocument/2006/relationships" id="263" r:id="R1e4cafa935164b3a"/>
    <p:sldId xmlns:r="http://schemas.openxmlformats.org/officeDocument/2006/relationships" id="264" r:id="R3f57b8e5c809440f"/>
    <p:sldId xmlns:r="http://schemas.openxmlformats.org/officeDocument/2006/relationships" id="265" r:id="R8e2933b9e5c84587"/>
    <p:sldId xmlns:r="http://schemas.openxmlformats.org/officeDocument/2006/relationships" id="266" r:id="R5fb4813f070c4df1"/>
    <p:sldId xmlns:r="http://schemas.openxmlformats.org/officeDocument/2006/relationships" id="267" r:id="R32106f63d11d4781"/>
    <p:sldId xmlns:r="http://schemas.openxmlformats.org/officeDocument/2006/relationships" id="268" r:id="R7d1469093d214de8"/>
    <p:sldId xmlns:r="http://schemas.openxmlformats.org/officeDocument/2006/relationships" id="269" r:id="R90884ffe05164c1b"/>
    <p:sldId xmlns:r="http://schemas.openxmlformats.org/officeDocument/2006/relationships" id="270" r:id="R47e3270aaf7e4a27"/>
    <p:sldId xmlns:r="http://schemas.openxmlformats.org/officeDocument/2006/relationships" id="271" r:id="Ref18e0f260b74628"/>
    <p:sldId xmlns:r="http://schemas.openxmlformats.org/officeDocument/2006/relationships" id="272" r:id="R0a64bc6682944d64"/>
    <p:sldId xmlns:r="http://schemas.openxmlformats.org/officeDocument/2006/relationships" id="273" r:id="Rf448be2c231f44f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44fe332d35547a0" /><Relationship Type="http://schemas.openxmlformats.org/officeDocument/2006/relationships/theme" Target="/ppt/theme/theme1.xml" Id="R2a4e34ccb70c4816" /><Relationship Type="http://schemas.openxmlformats.org/officeDocument/2006/relationships/notesMaster" Target="/ppt/notesMasters/notesMaster1.xml" Id="R194d7c2c64074e0b" /><Relationship Type="http://schemas.openxmlformats.org/officeDocument/2006/relationships/presProps" Target="/ppt/presProps.xml" Id="Rd85d54a65284479e" /><Relationship Type="http://schemas.openxmlformats.org/officeDocument/2006/relationships/viewProps" Target="/ppt/viewProps.xml" Id="R97e9444199804563" /><Relationship Type="http://schemas.openxmlformats.org/officeDocument/2006/relationships/tableStyles" Target="/ppt/tableStyles.xml" Id="R33ea407d1aa54b25" /><Relationship Type="http://schemas.openxmlformats.org/officeDocument/2006/relationships/slide" Target="/ppt/slides/slide1.xml" Id="Rf8d151329e134e17" /><Relationship Type="http://schemas.openxmlformats.org/officeDocument/2006/relationships/slide" Target="/ppt/slides/slide2.xml" Id="R3bdc60858bc24434" /><Relationship Type="http://schemas.openxmlformats.org/officeDocument/2006/relationships/slide" Target="/ppt/slides/slide3.xml" Id="R3c63eb28e98f43e5" /><Relationship Type="http://schemas.openxmlformats.org/officeDocument/2006/relationships/slide" Target="/ppt/slides/slide4.xml" Id="R8a3e2694d42a4c68" /><Relationship Type="http://schemas.openxmlformats.org/officeDocument/2006/relationships/slide" Target="/ppt/slides/slide5.xml" Id="Ra68d04edfb8c48e8" /><Relationship Type="http://schemas.openxmlformats.org/officeDocument/2006/relationships/slide" Target="/ppt/slides/slide6.xml" Id="R28a47a22e9d34349" /><Relationship Type="http://schemas.openxmlformats.org/officeDocument/2006/relationships/slide" Target="/ppt/slides/slide7.xml" Id="R490a1d74244340e9" /><Relationship Type="http://schemas.openxmlformats.org/officeDocument/2006/relationships/slide" Target="/ppt/slides/slide8.xml" Id="R1e4cafa935164b3a" /><Relationship Type="http://schemas.openxmlformats.org/officeDocument/2006/relationships/slide" Target="/ppt/slides/slide9.xml" Id="R3f57b8e5c809440f" /><Relationship Type="http://schemas.openxmlformats.org/officeDocument/2006/relationships/slide" Target="/ppt/slides/slide10.xml" Id="R8e2933b9e5c84587" /><Relationship Type="http://schemas.openxmlformats.org/officeDocument/2006/relationships/slide" Target="/ppt/slides/slide11.xml" Id="R5fb4813f070c4df1" /><Relationship Type="http://schemas.openxmlformats.org/officeDocument/2006/relationships/slide" Target="/ppt/slides/slide12.xml" Id="R32106f63d11d4781" /><Relationship Type="http://schemas.openxmlformats.org/officeDocument/2006/relationships/slide" Target="/ppt/slides/slide13.xml" Id="R7d1469093d214de8" /><Relationship Type="http://schemas.openxmlformats.org/officeDocument/2006/relationships/slide" Target="/ppt/slides/slide14.xml" Id="R90884ffe05164c1b" /><Relationship Type="http://schemas.openxmlformats.org/officeDocument/2006/relationships/slide" Target="/ppt/slides/slide15.xml" Id="R47e3270aaf7e4a27" /><Relationship Type="http://schemas.openxmlformats.org/officeDocument/2006/relationships/slide" Target="/ppt/slides/slide16.xml" Id="Ref18e0f260b74628" /><Relationship Type="http://schemas.openxmlformats.org/officeDocument/2006/relationships/slide" Target="/ppt/slides/slide17.xml" Id="R0a64bc6682944d64" /><Relationship Type="http://schemas.openxmlformats.org/officeDocument/2006/relationships/slide" Target="/ppt/slides/slide18.xml" Id="Rf448be2c231f44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c20223ed3aa46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f9d491a6cc48e2" /><Relationship Type="http://schemas.openxmlformats.org/officeDocument/2006/relationships/notesMaster" Target="/ppt/notesMasters/notesMaster1.xml" Id="Ra69082f75d2245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a3a11118e84bae" /><Relationship Type="http://schemas.openxmlformats.org/officeDocument/2006/relationships/notesMaster" Target="/ppt/notesMasters/notesMaster1.xml" Id="R831d1375168d47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6df9a1d192413d" /><Relationship Type="http://schemas.openxmlformats.org/officeDocument/2006/relationships/notesMaster" Target="/ppt/notesMasters/notesMaster1.xml" Id="R8e941bc422be4e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caf2b23c9d4a39" /><Relationship Type="http://schemas.openxmlformats.org/officeDocument/2006/relationships/notesMaster" Target="/ppt/notesMasters/notesMaster1.xml" Id="R54869758896e44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82ee18ebd64675" /><Relationship Type="http://schemas.openxmlformats.org/officeDocument/2006/relationships/notesMaster" Target="/ppt/notesMasters/notesMaster1.xml" Id="Rc1f87a167dbc44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0f325d18ae40f2" /><Relationship Type="http://schemas.openxmlformats.org/officeDocument/2006/relationships/notesMaster" Target="/ppt/notesMasters/notesMaster1.xml" Id="R3e37eb2b9a4044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57fcbd07c74365" /><Relationship Type="http://schemas.openxmlformats.org/officeDocument/2006/relationships/notesMaster" Target="/ppt/notesMasters/notesMaster1.xml" Id="R732ada3a2ad740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edb1d08b744044" /><Relationship Type="http://schemas.openxmlformats.org/officeDocument/2006/relationships/notesMaster" Target="/ppt/notesMasters/notesMaster1.xml" Id="Rb2069f9c710248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906e3e5bc44396" /><Relationship Type="http://schemas.openxmlformats.org/officeDocument/2006/relationships/notesMaster" Target="/ppt/notesMasters/notesMaster1.xml" Id="R65457dccfa0d42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363feed0ae463c" /><Relationship Type="http://schemas.openxmlformats.org/officeDocument/2006/relationships/notesMaster" Target="/ppt/notesMasters/notesMaster1.xml" Id="Rfa70f28e801d4b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53eab6fb3c4891" /><Relationship Type="http://schemas.openxmlformats.org/officeDocument/2006/relationships/notesMaster" Target="/ppt/notesMasters/notesMaster1.xml" Id="Rfeda86e5615142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95df0dd3304bb8" /><Relationship Type="http://schemas.openxmlformats.org/officeDocument/2006/relationships/notesMaster" Target="/ppt/notesMasters/notesMaster1.xml" Id="R429084a778dd45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f7b37b6610c4e29" /><Relationship Type="http://schemas.openxmlformats.org/officeDocument/2006/relationships/notesMaster" Target="/ppt/notesMasters/notesMaster1.xml" Id="R2c2b739b99db44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2274ac76a8b422d" /><Relationship Type="http://schemas.openxmlformats.org/officeDocument/2006/relationships/notesMaster" Target="/ppt/notesMasters/notesMaster1.xml" Id="Re582aae74f9d44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a8d1dae5d04d15" /><Relationship Type="http://schemas.openxmlformats.org/officeDocument/2006/relationships/notesMaster" Target="/ppt/notesMasters/notesMaster1.xml" Id="R552178176f3a47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ccdde27ed34544" /><Relationship Type="http://schemas.openxmlformats.org/officeDocument/2006/relationships/notesMaster" Target="/ppt/notesMasters/notesMaster1.xml" Id="R3ee4f427a7b6488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272664dcdc4d24" /><Relationship Type="http://schemas.openxmlformats.org/officeDocument/2006/relationships/notesMaster" Target="/ppt/notesMasters/notesMaster1.xml" Id="R298a5996e43748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4dd34dd3f84c2f" /><Relationship Type="http://schemas.openxmlformats.org/officeDocument/2006/relationships/notesMaster" Target="/ppt/notesMasters/notesMaster1.xml" Id="Rca368c7507904c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7e95b69c5f4d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262db62a4e42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9289e717794a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d8d187bf9f4d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bda986fbda413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a35fb4284154e3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6dabcfd548434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b95796b4b6a451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9d68217a88e411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953b849718e402e"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A3A01D9-E126-4559-810C-DB25666E5223}"/>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B8D46420-A9AF-4302-82C0-77C725292BD4}"/>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E006844B-132C-4E4B-A592-E43901DD1C68}"/>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E7CC7620-4FDC-4ED5-8C69-992EEFEEBA70}"/>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0511B43F-8B0A-445B-9AAD-BCFCA5EED043}"/>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237465BF-CC09-41FE-B4D8-780E359B3D3E}"/>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f9c8f1de3644c13" /><Relationship Type="http://schemas.openxmlformats.org/officeDocument/2006/relationships/slideLayout" Target="/ppt/slideLayouts/slideLayout2.xml" Id="R0001489636ab4509" /><Relationship Type="http://schemas.openxmlformats.org/officeDocument/2006/relationships/slideLayout" Target="/ppt/slideLayouts/slideLayout3.xml" Id="R4336f1b155714cc4" /><Relationship Type="http://schemas.openxmlformats.org/officeDocument/2006/relationships/slideLayout" Target="/ppt/slideLayouts/slideLayout4.xml" Id="R5023a39f958b48f9" /><Relationship Type="http://schemas.openxmlformats.org/officeDocument/2006/relationships/slideLayout" Target="/ppt/slideLayouts/slideLayout5.xml" Id="Rc915994c0c9842fd" /><Relationship Type="http://schemas.openxmlformats.org/officeDocument/2006/relationships/slideLayout" Target="/ppt/slideLayouts/slideLayout6.xml" Id="R7ad938e5e8bf4ec0" /><Relationship Type="http://schemas.openxmlformats.org/officeDocument/2006/relationships/slideLayout" Target="/ppt/slideLayouts/slideLayout7.xml" Id="R59fd91afa4104129" /><Relationship Type="http://schemas.openxmlformats.org/officeDocument/2006/relationships/slideLayout" Target="/ppt/slideLayouts/slideLayout8.xml" Id="R2b60cff9f00a43e1" /><Relationship Type="http://schemas.openxmlformats.org/officeDocument/2006/relationships/slideLayout" Target="/ppt/slideLayouts/slideLayout9.xml" Id="Rdc68e41f7d624692" /><Relationship Type="http://schemas.openxmlformats.org/officeDocument/2006/relationships/slideLayout" Target="/ppt/slideLayouts/slideLayout10.xml" Id="R98e99f4309454581" /><Relationship Type="http://schemas.openxmlformats.org/officeDocument/2006/relationships/slideLayout" Target="/ppt/slideLayouts/slideLayout11.xml" Id="R4bea93ea5b304de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F1BA5221-C797-4863-958A-6D057ABBBF1A}"/>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848D8428-9B9E-4638-B7AD-9272149F8A80}"/>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4C29F8A7-1268-4F57-9403-C8F4751B6349}"/>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16D40C4A-67DB-426E-9744-31A88A24947A}"/>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EFE4178D-726C-4308-9C2F-1C51E48B1FB4}"/>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01489636ab4509"/>
    <p:sldLayoutId xmlns:r="http://schemas.openxmlformats.org/officeDocument/2006/relationships" id="2147483650" r:id="R4336f1b155714cc4"/>
    <p:sldLayoutId xmlns:r="http://schemas.openxmlformats.org/officeDocument/2006/relationships" id="2147483651" r:id="R5023a39f958b48f9"/>
    <p:sldLayoutId xmlns:r="http://schemas.openxmlformats.org/officeDocument/2006/relationships" id="2147483652" r:id="Rc915994c0c9842fd"/>
    <p:sldLayoutId xmlns:r="http://schemas.openxmlformats.org/officeDocument/2006/relationships" id="2147483653" r:id="R7ad938e5e8bf4ec0"/>
    <p:sldLayoutId xmlns:r="http://schemas.openxmlformats.org/officeDocument/2006/relationships" id="2147483654" r:id="R59fd91afa4104129"/>
    <p:sldLayoutId xmlns:r="http://schemas.openxmlformats.org/officeDocument/2006/relationships" id="2147483655" r:id="R2b60cff9f00a43e1"/>
    <p:sldLayoutId xmlns:r="http://schemas.openxmlformats.org/officeDocument/2006/relationships" id="2147483656" r:id="Rdc68e41f7d624692"/>
    <p:sldLayoutId xmlns:r="http://schemas.openxmlformats.org/officeDocument/2006/relationships" id="2147483657" r:id="R98e99f4309454581"/>
    <p:sldLayoutId xmlns:r="http://schemas.openxmlformats.org/officeDocument/2006/relationships" id="2147483658" r:id="R4bea93ea5b304d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0a99be87ae1f493c" /><Relationship Type="http://schemas.openxmlformats.org/officeDocument/2006/relationships/notesSlide" Target="/ppt/notesSlides/notesSlide1.xml" Id="R8790f3e531ff45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985bd4cfa5449a5" /><Relationship Type="http://schemas.openxmlformats.org/officeDocument/2006/relationships/image" Target="/ppt/media/image.jpeg" Id="Rb85f0833538d4405" /><Relationship Type="http://schemas.openxmlformats.org/officeDocument/2006/relationships/notesSlide" Target="/ppt/notesSlides/notesSlide2.xml" Id="R8ca81fc6376940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66ba8ca26114aba" /><Relationship Type="http://schemas.openxmlformats.org/officeDocument/2006/relationships/notesSlide" Target="/ppt/notesSlides/notesSlide3.xml" Id="R3c16c6ffebfd44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31dc3de6ee874a4e" /><Relationship Type="http://schemas.openxmlformats.org/officeDocument/2006/relationships/notesSlide" Target="/ppt/notesSlides/notesSlide4.xml" Id="Rd27a980a0d9645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d4a2503a0f6d4389" /><Relationship Type="http://schemas.openxmlformats.org/officeDocument/2006/relationships/notesSlide" Target="/ppt/notesSlides/notesSlide5.xml" Id="Rb575eae08ee244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59d3e1e8d12d4142" /><Relationship Type="http://schemas.openxmlformats.org/officeDocument/2006/relationships/notesSlide" Target="/ppt/notesSlides/notesSlide6.xml" Id="R78b2b95d8ffe4f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f4e4f29f665f42fa" /><Relationship Type="http://schemas.openxmlformats.org/officeDocument/2006/relationships/notesSlide" Target="/ppt/notesSlides/notesSlide7.xml" Id="R26375dd1045748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5247fad44324501" /><Relationship Type="http://schemas.openxmlformats.org/officeDocument/2006/relationships/notesSlide" Target="/ppt/notesSlides/notesSlide8.xml" Id="R5b434d0ee24e45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1c4c52385ec4640" /><Relationship Type="http://schemas.openxmlformats.org/officeDocument/2006/relationships/image" Target="/ppt/media/image.png" Id="R0e02b3401b01475f" /><Relationship Type="http://schemas.openxmlformats.org/officeDocument/2006/relationships/image" Target="/ppt/media/image2.png" Id="R63ffda6c449a4c52" /><Relationship Type="http://schemas.openxmlformats.org/officeDocument/2006/relationships/image" Target="/ppt/media/image3.png" Id="Rd97048623d874b9a" /><Relationship Type="http://schemas.openxmlformats.org/officeDocument/2006/relationships/notesSlide" Target="/ppt/notesSlides/notesSlide9.xml" Id="R05ee54e8b33846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246da541e52f455a" /><Relationship Type="http://schemas.openxmlformats.org/officeDocument/2006/relationships/notesSlide" Target="/ppt/notesSlides/notesSlide10.xml" Id="R551576e300c04c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86310674940f49c5" /><Relationship Type="http://schemas.openxmlformats.org/officeDocument/2006/relationships/image" Target="/ppt/media/image4.png" Id="Rd5fac1c2d1864c8c" /><Relationship Type="http://schemas.openxmlformats.org/officeDocument/2006/relationships/image" Target="/ppt/media/image5.png" Id="Rc470ff6b18564ef9" /><Relationship Type="http://schemas.openxmlformats.org/officeDocument/2006/relationships/image" Target="/ppt/media/image6.png" Id="R25b940cf7ace4868" /><Relationship Type="http://schemas.openxmlformats.org/officeDocument/2006/relationships/image" Target="/ppt/media/image7.png" Id="R9b437e29517d4051" /><Relationship Type="http://schemas.openxmlformats.org/officeDocument/2006/relationships/image" Target="/ppt/media/image8.png" Id="Rdad7a554729f4e2c" /><Relationship Type="http://schemas.openxmlformats.org/officeDocument/2006/relationships/notesSlide" Target="/ppt/notesSlides/notesSlide11.xml" Id="Raaf3dbc2413f4f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5c90211e7cb84ee3" /><Relationship Type="http://schemas.openxmlformats.org/officeDocument/2006/relationships/image" Target="/ppt/media/image9.png" Id="R28ba08874bca4853" /><Relationship Type="http://schemas.openxmlformats.org/officeDocument/2006/relationships/image" Target="/ppt/media/image10.png" Id="R1c5536eae71445d4" /><Relationship Type="http://schemas.openxmlformats.org/officeDocument/2006/relationships/notesSlide" Target="/ppt/notesSlides/notesSlide12.xml" Id="R155c1b5db70146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2f147970790f4da9" /><Relationship Type="http://schemas.openxmlformats.org/officeDocument/2006/relationships/image" Target="/ppt/media/image11.png" Id="R6ab5393281694490" /><Relationship Type="http://schemas.openxmlformats.org/officeDocument/2006/relationships/notesSlide" Target="/ppt/notesSlides/notesSlide13.xml" Id="R6aa81da83f674f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0f6ff02f027b4e25" /><Relationship Type="http://schemas.openxmlformats.org/officeDocument/2006/relationships/image" Target="/ppt/media/image12.png" Id="Rf290529196b54c44" /><Relationship Type="http://schemas.openxmlformats.org/officeDocument/2006/relationships/notesSlide" Target="/ppt/notesSlides/notesSlide14.xml" Id="R78574e8e4a8745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5b3b0a64ffe840e7" /><Relationship Type="http://schemas.openxmlformats.org/officeDocument/2006/relationships/image" Target="/ppt/media/image13.png" Id="R8796eb70a57b44c6" /><Relationship Type="http://schemas.openxmlformats.org/officeDocument/2006/relationships/image" Target="/ppt/media/image14.png" Id="R187a0f8381c84a65" /><Relationship Type="http://schemas.openxmlformats.org/officeDocument/2006/relationships/image" Target="/ppt/media/image15.png" Id="R33c28c0361e347f7" /><Relationship Type="http://schemas.openxmlformats.org/officeDocument/2006/relationships/image" Target="/ppt/media/image16.png" Id="R3afa5bbd3d5d4ded" /><Relationship Type="http://schemas.openxmlformats.org/officeDocument/2006/relationships/image" Target="/ppt/media/image17.png" Id="Rf7a90a5e7eb14eaa" /><Relationship Type="http://schemas.openxmlformats.org/officeDocument/2006/relationships/notesSlide" Target="/ppt/notesSlides/notesSlide15.xml" Id="R4b5f39aa216444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50f8a4257d6f4d9a" /><Relationship Type="http://schemas.openxmlformats.org/officeDocument/2006/relationships/notesSlide" Target="/ppt/notesSlides/notesSlide16.xml" Id="Rbf12f439f37e493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e49c634898d5484b" /><Relationship Type="http://schemas.openxmlformats.org/officeDocument/2006/relationships/notesSlide" Target="/ppt/notesSlides/notesSlide17.xml" Id="R1e9c2a8ab56540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02609d9e7ba641a5" /><Relationship Type="http://schemas.openxmlformats.org/officeDocument/2006/relationships/notesSlide" Target="/ppt/notesSlides/notesSlide18.xml" Id="R78ceff68c49f409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7E75608-F33B-4DD8-A8B1-7F89FCBDD2CF}"/>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951D940C-174E-47EB-8889-791CEF7BBE06}"/>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1923166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C48688A4-B6CB-4C6F-A1CB-E92DA28A37A3}"/>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AB55554E-3292-4EE1-A0CC-EC6FB1121A23}"/>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A639CADC-E5E4-476E-8670-A977C911B194}"/>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74B86947-8D55-4C74-BC67-7D48CF2628D4}"/>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b85f0833538d4405"/>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5205603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5987103-D74D-4D10-A756-B44449FD538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98127A93-DF1D-453E-836B-C420CC89483B}"/>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6477964E-050C-4C8C-9A94-20D41559233D}"/>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FD1FF29B-50B0-4622-A0A0-61C21D1C2626}"/>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FAE5F5C1-B974-4AF9-AFE4-0BDC3A03BCEE}"/>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7A5A95FF-8A87-4828-AB36-098329DA1D18}"/>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3435926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7C28233-872B-4A81-B3F5-A3F6A1D8F1B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67142BA4-F26A-4921-B2FD-F0228DD117EC}"/>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348FC544-1400-4369-A1A0-6FBA4573012D}"/>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4AD194DE-ACB4-4F24-9033-47FDE826357C}"/>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7F913CDC-62B1-4404-A1B0-AEAE15C50F75}"/>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6027961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943EAA4-D705-439A-8DF7-537A2FA92D7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8A5DF5F7-87A8-4E66-A1E4-3FFF88FDD8BF}"/>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F5FC5C61-9C33-497D-BEC8-EA47836168B8}"/>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BE13E132-E165-4114-8451-3350CFBFC804}"/>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5109801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70AB4B3-5C64-4087-B7BE-05FE211CC4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6DAF05E1-A045-4345-940B-25565DC27E3D}"/>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74167356-3A9D-4910-949F-CB702A74F261}"/>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1392646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F5CEC9E-909E-481A-99D1-217D1719F50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9D393649-156B-4788-A39A-328B9CFE25A9}"/>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D6DE0A46-4523-442C-94E7-8FE83E422AEA}"/>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100652476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8B2235D-0E52-4D5A-93BD-A4F5AACDA7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7E1538BA-4E98-4BD4-ADB7-2CE7C7B478B6}"/>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CF4C6A38-3013-4381-B360-A3EA886DC8DB}"/>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37C4C877-14E1-41D9-836E-374889D001A3}"/>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6715051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9D14B95-BBFE-4E1D-AF71-9D69F253C7D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0e02b3401b01475f"/>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63ffda6c449a4c52"/>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d97048623d874b9a"/>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CF15E32F-5AA7-4485-9E06-0D33A0C57F45}"/>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1204EE9A-50A9-45D6-BC20-D5A7E8EEE254}"/>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4DA64926-B122-4833-8AAF-4F122F332BFC}"/>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FECFEAED-AAD0-4369-95DA-B4F8986F110A}"/>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55F91F97-F3BC-4312-8471-2E7DE855C119}"/>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2992BFCB-944F-42B3-85CF-F18DF3F3BF6F}"/>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20422843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2DEFDD0-FCFB-4F7E-84E4-A3CF39392BF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8A24B082-F7A7-4EFB-BBFE-F1206E1DEF28}"/>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10F09527-7D7E-44ED-9D78-F8106348ADB8}"/>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47472911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2DE0833-D246-4A24-82E1-05B9807BCE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d5fac1c2d1864c8c"/>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c470ff6b18564ef9"/>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2D140A81-9E12-4CF9-B9C9-E1FCD75CDEC2}"/>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21D737A6-5B93-4BBE-9236-79A5969B70F9}"/>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25b940cf7ace4868"/>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9b437e29517d4051"/>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D2E4BC97-9724-4634-83D9-4A18339AE783}"/>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AAA079A2-F948-4588-8E01-D3F3CBBB6919}"/>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dad7a554729f4e2c"/>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E7A1D041-C8AF-46E8-BFEB-58AF25589144}"/>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3E97CDE2-640B-47BB-883A-747AEA68B3B2}"/>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56966436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4AF550A-88DE-4288-921C-4D457D4CEA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DF9C74BA-EBA1-439F-ACAF-ED821C982A60}"/>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70F5CF5E-6DCE-4CED-8C80-9D80C5F4FF72}"/>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28ba08874bca4853"/>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1c5536eae71445d4"/>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199055191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262681A-EC4B-4CBF-A617-B6A2A8B326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6ab5393281694490"/>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88DD9A93-4034-4224-B4D5-60A9AAC2467B}"/>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3091131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47CF766-7716-437C-B64B-89665FB094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f290529196b54c44"/>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111888EC-A966-44CE-8D61-AD2180A92DF3}"/>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48337531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91E399B-7F9F-4F3C-8F5B-922F1C7B773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8796eb70a57b44c6"/>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187a0f8381c84a65"/>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33c28c0361e347f7"/>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3afa5bbd3d5d4ded"/>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f7a90a5e7eb14eaa"/>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75F315A1-C6B5-4598-9F15-1A704A274502}"/>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17483089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D078977-9881-44F4-8C4A-B02AB9D85F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1EF96FE3-B3EF-4A82-9FD1-FD64589035F8}"/>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6162FC73-5AC3-4F84-9FC9-1F07BD3C2C06}"/>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42897B27-3E8F-4900-93F5-C675DE2E2A24}"/>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AC470F07-FD03-4525-A914-99060DD5953C}"/>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88886477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D447580-0E25-47B9-9E01-36F83BEB1F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F6DE2FEB-C06C-4C52-9ABD-BBC939690A77}"/>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3170CDB8-4F81-4E67-BE72-BA4B77682072}"/>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185437873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660631F7-BEF6-4C10-8304-FDDC25D39BE2}"/>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8414269"/>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2026-04-17T17:46:21.1130000Z</dcterms:created>
  <dcterms:modified xsi:type="dcterms:W3CDTF">2026-04-17T17:46:21.1130000Z</dcterms:modified>
</coreProperties>
</file>