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9FAFB"/>
                </a:solidFill>
                <a:latin typeface="Microsoft YaHei"/>
              </a:rPr>
              <a:t>Pulse 产品说明会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CA3AF"/>
                </a:solidFill>
                <a:latin typeface="Microsoft YaHei"/>
              </a:rPr>
              <a:t>面向内部培训 · 20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9FAFB"/>
                </a:solidFill>
                <a:latin typeface="Microsoft YaHei"/>
              </a:rPr>
              <a:t>今天讲什么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9FAFB"/>
                </a:solidFill>
                <a:latin typeface="Microsoft YaHei"/>
              </a:rPr>
              <a:t>1. 问题与用户</a:t>
            </a:r>
          </a:p>
          <a:p>
            <a:r>
              <a:rPr sz="1700" b="0">
                <a:solidFill>
                  <a:srgbClr val="F9FAFB"/>
                </a:solidFill>
                <a:latin typeface="Microsoft YaHei"/>
              </a:rPr>
              <a:t>2. 核心能力</a:t>
            </a:r>
          </a:p>
          <a:p>
            <a:r>
              <a:rPr sz="1700" b="0">
                <a:solidFill>
                  <a:srgbClr val="F9FAFB"/>
                </a:solidFill>
                <a:latin typeface="Microsoft YaHei"/>
              </a:rPr>
              <a:t>3. 关键指标</a:t>
            </a:r>
          </a:p>
          <a:p>
            <a:r>
              <a:rPr sz="1700" b="0">
                <a:solidFill>
                  <a:srgbClr val="F9FAFB"/>
                </a:solidFill>
                <a:latin typeface="Microsoft YaHei"/>
              </a:rPr>
              <a:t>4. 上手路径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9FAFB"/>
                </a:solidFill>
                <a:latin typeface="Microsoft YaHei"/>
              </a:rPr>
              <a:t>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8144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9FAFB"/>
                </a:solidFill>
                <a:latin typeface="Microsoft YaHei"/>
              </a:rPr>
              <a:t>• 实时协作画布</a:t>
            </a:r>
          </a:p>
          <a:p>
            <a:r>
              <a:rPr sz="1700" b="0">
                <a:solidFill>
                  <a:srgbClr val="F9FAFB"/>
                </a:solidFill>
                <a:latin typeface="Microsoft YaHei"/>
              </a:rPr>
              <a:t>• 权限与审计</a:t>
            </a:r>
          </a:p>
          <a:p>
            <a:r>
              <a:rPr sz="1700" b="0">
                <a:solidFill>
                  <a:srgbClr val="F9FAFB"/>
                </a:solidFill>
                <a:latin typeface="Microsoft YaHei"/>
              </a:rPr>
              <a:t>• 模板市场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554480"/>
            <a:ext cx="518144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9FAFB"/>
                </a:solidFill>
                <a:latin typeface="Microsoft YaHei"/>
              </a:rPr>
              <a:t>• 开放 API</a:t>
            </a:r>
          </a:p>
          <a:p>
            <a:r>
              <a:rPr sz="1700" b="0">
                <a:solidFill>
                  <a:srgbClr val="F9FAFB"/>
                </a:solidFill>
                <a:latin typeface="Microsoft YaHei"/>
              </a:rPr>
              <a:t>• 移动端审阅</a:t>
            </a:r>
          </a:p>
          <a:p>
            <a:r>
              <a:rPr sz="1700" b="0">
                <a:solidFill>
                  <a:srgbClr val="F9FAFB"/>
                </a:solidFill>
                <a:latin typeface="Microsoft YaHei"/>
              </a:rPr>
              <a:t>• 导出与归档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9FAFB"/>
                </a:solidFill>
                <a:latin typeface="Microsoft YaHei"/>
              </a:rPr>
              <a:t>上线 90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1153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34D399"/>
                </a:solidFill>
                <a:latin typeface="Microsoft YaHei"/>
              </a:rPr>
              <a:t>+48% 周活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CA3AF"/>
                </a:solidFill>
                <a:latin typeface="Microsoft YaHei"/>
              </a:rPr>
              <a:t>任务完成时长下降 22%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9FAFB"/>
                </a:solidFill>
                <a:latin typeface="Microsoft YaHei"/>
              </a:rPr>
              <a:t>下周试点名单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9CA3AF"/>
                </a:solidFill>
                <a:latin typeface="Microsoft YaHei"/>
              </a:rPr>
              <a:t>销售 / 客成 / 设计三组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