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开场：品牌一句话定位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8FAFC"/>
                </a:solidFill>
                <a:latin typeface="Microsoft YaHei"/>
              </a:rPr>
              <a:t>Aurora 品牌视觉手册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Microsoft YaHei"/>
              </a:rPr>
              <a:t>识别系统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8FAFC"/>
                </a:solidFill>
                <a:latin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8FAFC"/>
                </a:solidFill>
                <a:latin typeface="Microsoft YaHei"/>
              </a:rPr>
              <a:t>1. 品牌故事</a:t>
            </a:r>
          </a:p>
          <a:p>
            <a:r>
              <a:rPr sz="1800" b="0">
                <a:solidFill>
                  <a:srgbClr val="F8FAFC"/>
                </a:solidFill>
                <a:latin typeface="Microsoft YaHei"/>
              </a:rPr>
              <a:t>2. 色彩系统</a:t>
            </a:r>
          </a:p>
          <a:p>
            <a:r>
              <a:rPr sz="1800" b="0">
                <a:solidFill>
                  <a:srgbClr val="F8FAFC"/>
                </a:solidFill>
                <a:latin typeface="Microsoft YaHei"/>
              </a:rPr>
              <a:t>3. 字体层级</a:t>
            </a:r>
          </a:p>
          <a:p>
            <a:r>
              <a:rPr sz="1800" b="0">
                <a:solidFill>
                  <a:srgbClr val="F8FAFC"/>
                </a:solidFill>
                <a:latin typeface="Microsoft YaHei"/>
              </a:rPr>
              <a:t>4. 应用场景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8FAFC"/>
                </a:solidFill>
                <a:latin typeface="Microsoft YaHei"/>
              </a:rPr>
              <a:t>色彩系统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54298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08853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8FAFC"/>
                </a:solidFill>
                <a:latin typeface="Microsoft YaHei"/>
              </a:rPr>
              <a:t>主色 Sky 600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554480"/>
            <a:ext cx="3454298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1828800"/>
            <a:ext cx="308853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8FAFC"/>
                </a:solidFill>
                <a:latin typeface="Microsoft YaHei"/>
              </a:rPr>
              <a:t>背景 Slate 950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7316" y="1554480"/>
            <a:ext cx="3454298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0196" y="1828800"/>
            <a:ext cx="308853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8FAFC"/>
                </a:solidFill>
                <a:latin typeface="Microsoft YaHei"/>
              </a:rPr>
              <a:t>点缀 Amber 400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8FAFC"/>
                </a:solidFill>
                <a:latin typeface="Microsoft YaHei"/>
              </a:rPr>
              <a:t>保持克制，留白说话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Microsoft YaHei"/>
              </a:rPr>
              <a:t>下一步：落地物料清单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